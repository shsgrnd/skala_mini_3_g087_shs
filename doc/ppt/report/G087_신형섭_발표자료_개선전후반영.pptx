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cbf3c5bccd4c6e" /><Relationship Type="http://schemas.openxmlformats.org/officeDocument/2006/relationships/extended-properties" Target="/docProps/app.xml" Id="Ra915d13d4e0b47f6" /><Relationship Type="http://schemas.openxmlformats.org/officeDocument/2006/relationships/officeDocument" Target="/ppt/presentation.xml" Id="R9fae9c6da76c4e4b" /></Relationships>
</file>

<file path=ppt/presentation.xml><?xml version="1.0" encoding="utf-8"?>
<p:presentation xmlns:p="http://schemas.openxmlformats.org/presentationml/2006/main">
  <p:sldMasterIdLst>
    <p:sldMasterId xmlns:r="http://schemas.openxmlformats.org/officeDocument/2006/relationships" id="2147483648" r:id="Raad3a8cc00804aaf"/>
  </p:sldMasterIdLst>
  <p:notesMasterIdLst>
    <p:notesMasterId xmlns:r="http://schemas.openxmlformats.org/officeDocument/2006/relationships" r:id="R3729049982b249c9"/>
  </p:notesMasterIdLst>
  <p:sldIdLst>
    <p:sldId xmlns:r="http://schemas.openxmlformats.org/officeDocument/2006/relationships" id="256" r:id="Rfb04a23532b949e5"/>
    <p:sldId xmlns:r="http://schemas.openxmlformats.org/officeDocument/2006/relationships" id="257" r:id="Reb9d2f3356fe4deb"/>
    <p:sldId xmlns:r="http://schemas.openxmlformats.org/officeDocument/2006/relationships" id="258" r:id="R9ee07317134b433e"/>
    <p:sldId xmlns:r="http://schemas.openxmlformats.org/officeDocument/2006/relationships" id="259" r:id="R17b06d94358844ad"/>
    <p:sldId xmlns:r="http://schemas.openxmlformats.org/officeDocument/2006/relationships" id="260" r:id="R0122667196e74e35"/>
    <p:sldId xmlns:r="http://schemas.openxmlformats.org/officeDocument/2006/relationships" id="261" r:id="Rc10273b227e947df"/>
    <p:sldId xmlns:r="http://schemas.openxmlformats.org/officeDocument/2006/relationships" id="262" r:id="R587e276a68c1464e"/>
    <p:sldId xmlns:r="http://schemas.openxmlformats.org/officeDocument/2006/relationships" id="263" r:id="Red9a135c1b704077"/>
    <p:sldId xmlns:r="http://schemas.openxmlformats.org/officeDocument/2006/relationships" id="264" r:id="R9021b0d4d9ef46d0"/>
    <p:sldId xmlns:r="http://schemas.openxmlformats.org/officeDocument/2006/relationships" id="265" r:id="R64d7918dbca849bf"/>
    <p:sldId xmlns:r="http://schemas.openxmlformats.org/officeDocument/2006/relationships" id="266" r:id="R6e5eff9b646b45b1"/>
    <p:sldId xmlns:r="http://schemas.openxmlformats.org/officeDocument/2006/relationships" id="267" r:id="R5e9a16f176454a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b0565a54534558" /><Relationship Type="http://schemas.openxmlformats.org/officeDocument/2006/relationships/slideMaster" Target="/ppt/slideMasters/slideMaster1.xml" Id="Raad3a8cc00804aaf" /><Relationship Type="http://schemas.openxmlformats.org/officeDocument/2006/relationships/notesMaster" Target="/ppt/notesMasters/notesMaster1.xml" Id="R3729049982b249c9" /><Relationship Type="http://schemas.openxmlformats.org/officeDocument/2006/relationships/presProps" Target="/ppt/presProps.xml" Id="R80e2cf193f354a56" /><Relationship Type="http://schemas.openxmlformats.org/officeDocument/2006/relationships/tableStyles" Target="/ppt/tableStyles.xml" Id="Rfc93b4774c3e4c19" /><Relationship Type="http://schemas.openxmlformats.org/officeDocument/2006/relationships/slide" Target="/ppt/slides/slide1.xml" Id="Rfb04a23532b949e5" /><Relationship Type="http://schemas.openxmlformats.org/officeDocument/2006/relationships/slide" Target="/ppt/slides/slide2.xml" Id="Reb9d2f3356fe4deb" /><Relationship Type="http://schemas.openxmlformats.org/officeDocument/2006/relationships/slide" Target="/ppt/slides/slide3.xml" Id="R9ee07317134b433e" /><Relationship Type="http://schemas.openxmlformats.org/officeDocument/2006/relationships/slide" Target="/ppt/slides/slide4.xml" Id="R17b06d94358844ad" /><Relationship Type="http://schemas.openxmlformats.org/officeDocument/2006/relationships/slide" Target="/ppt/slides/slide5.xml" Id="R0122667196e74e35" /><Relationship Type="http://schemas.openxmlformats.org/officeDocument/2006/relationships/slide" Target="/ppt/slides/slide6.xml" Id="Rc10273b227e947df" /><Relationship Type="http://schemas.openxmlformats.org/officeDocument/2006/relationships/slide" Target="/ppt/slides/slide7.xml" Id="R587e276a68c1464e" /><Relationship Type="http://schemas.openxmlformats.org/officeDocument/2006/relationships/slide" Target="/ppt/slides/slide8.xml" Id="Red9a135c1b704077" /><Relationship Type="http://schemas.openxmlformats.org/officeDocument/2006/relationships/slide" Target="/ppt/slides/slide9.xml" Id="R9021b0d4d9ef46d0" /><Relationship Type="http://schemas.openxmlformats.org/officeDocument/2006/relationships/slide" Target="/ppt/slides/slide10.xml" Id="R64d7918dbca849bf" /><Relationship Type="http://schemas.openxmlformats.org/officeDocument/2006/relationships/slide" Target="/ppt/slides/slide11.xml" Id="R6e5eff9b646b45b1" /><Relationship Type="http://schemas.openxmlformats.org/officeDocument/2006/relationships/slide" Target="/ppt/slides/slide12.xml" Id="R5e9a16f176454a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04e942c6634a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608e15ee4cb0" /><Relationship Type="http://schemas.openxmlformats.org/officeDocument/2006/relationships/notesMaster" Target="/ppt/notesMasters/notesMaster1.xml" Id="R152c78e5bf0049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17f22a5780474f" /><Relationship Type="http://schemas.openxmlformats.org/officeDocument/2006/relationships/notesMaster" Target="/ppt/notesMasters/notesMaster1.xml" Id="Rad146c4bd5e94c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5fb65cb40b484d" /><Relationship Type="http://schemas.openxmlformats.org/officeDocument/2006/relationships/notesMaster" Target="/ppt/notesMasters/notesMaster1.xml" Id="R8686aa0f8d7046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d80a2afaa947f2" /><Relationship Type="http://schemas.openxmlformats.org/officeDocument/2006/relationships/notesMaster" Target="/ppt/notesMasters/notesMaster1.xml" Id="Rd66fff847a004d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5f1e6af35c4b04" /><Relationship Type="http://schemas.openxmlformats.org/officeDocument/2006/relationships/notesMaster" Target="/ppt/notesMasters/notesMaster1.xml" Id="R95b9b29f41ef48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70ac891826495f" /><Relationship Type="http://schemas.openxmlformats.org/officeDocument/2006/relationships/notesMaster" Target="/ppt/notesMasters/notesMaster1.xml" Id="R6a370851c57342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2dd841b9114c59" /><Relationship Type="http://schemas.openxmlformats.org/officeDocument/2006/relationships/notesMaster" Target="/ppt/notesMasters/notesMaster1.xml" Id="R6ae25d089ac248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de39d1fd5842b3" /><Relationship Type="http://schemas.openxmlformats.org/officeDocument/2006/relationships/notesMaster" Target="/ppt/notesMasters/notesMaster1.xml" Id="R5809a5aad45047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92eae4e1254f5a" /><Relationship Type="http://schemas.openxmlformats.org/officeDocument/2006/relationships/notesMaster" Target="/ppt/notesMasters/notesMaster1.xml" Id="R22aecd983e8f40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7315f367a847e2" /><Relationship Type="http://schemas.openxmlformats.org/officeDocument/2006/relationships/notesMaster" Target="/ppt/notesMasters/notesMaster1.xml" Id="R2be3b6ff57f546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4240d67f254926" /><Relationship Type="http://schemas.openxmlformats.org/officeDocument/2006/relationships/notesMaster" Target="/ppt/notesMasters/notesMaster1.xml" Id="Rcb85ffcb0b7046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4a24b863e54921" /><Relationship Type="http://schemas.openxmlformats.org/officeDocument/2006/relationships/notesMaster" Target="/ppt/notesMasters/notesMaster1.xml" Id="Rb3355d9c7a7c41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G087 신형섭입니다. 과제 1, 기존 Base AI Agent 개선을 선택했습니다. 서비스 이름과 장애 증상을 입력하면 지표와 로그, 장애 대응 매뉴얼인 런북을 조회해 진단과 권고를 제공하는 서비스입니다. 기존 FastAPI, Vue, 메인 LangGraph와 MCP 연결은 재사용했습니다. 저는 잘못된 시스템 조회 방지와 프롬프트·설정 외부화, RAG, 전문 조사 그래프, 요약 메모리, 오프라인 평가를 추가하거나 확장했습니다. 먼저 기능과 결과를 소개하고, 이어서 Graph, MCP, RAG 코드를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결제 서비스의 프로세서 사용률이 급증한 사례입니다. 두 화면은 질문과 합성 CPU 96.2퍼센트, 한국어 알림이 같고 분류 방식만 바꿨습니다. 기존 영어 키워드 규칙은 증상을 찾지 못해 DB 장애 매뉴얼을 선택했습니다. 개선한 RAG는 의미가 가까운 CPU 급증 매뉴얼을 선택했습니다. 화면은 답변 모델을 fake로 고정하고 실제 E5 임베딩을 사용한 비교입니다. 별도의 한국어 평가에서도 알려진 유형 여섯 개 중 정답이 한 개에서 네 개로 늘었고, 나머지 두 개는 확정하지 않았습니다. 미지 유형 세 개도 모두 보류했습니다. 이 화면 한 사례와 여섯 문항 평가는 구분했습니다.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개선 기능을 적용한 실제 Qwen 8B 실행 화면입니다. 출처와 한계, 실행하지 않은 조치 권고를 표시합니다. 오른쪽은 기능별 개선 전후 비교입니다. 각 행 안에서는 같은 질문과 데이터, 모델을 유지했습니다. 대상 조회와 출처 실험은 fake, 메모리는 같은 Qwen 8B를 썼습니다. 잘못된 대상 조회는 두 건에서 영 건, 확보한 출처는 지표·런북 두 종류에서 합성 로그를 포함한 세 종류가 됐습니다. 고정 대화의 과거 사실 회수는 영 개에서 다섯 개가 됐습니다. 다만 요약 실험의 총 토큰은 약 148퍼센트 늘었고 다른 대화 이력에서는 회상에 실패했습니다. 각 행은 별도 실험이며, 왼쪽 화면 한 번의 결과를 집계한 표는 아닙니다. 이제 구현 코드를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현재 질문에서 조회 대상을 확인합니다. 대상이 없거나 등록되지 않았다면 다른 서버를 추측하지 않고 다시 묻습니다. 대상이 확인되면 계획을 세우고 지표와 로그를 조사합니다. 화면 코드는 기존 메인 그래프에 연결한 조사 이후의 분기입니다. research 다음 replan_check에서 근거가 충분하면 분석으로 가고, 런북이 부족하면 추가 조사로 돌아갑니다. RAG가 선택을 보류하면 확인 질문으로 종료합니다. 별도 supervisor 모듈의 build_research_graphs에서 지표, 로그, 런북을 담당하는 세 StateGraph를 컴파일해 SupervisorDeps에 담습니다. 이것이 각 노드에 필요한 객체를 명시적으로 전달하는 의존성 주입입니다. research_multi는 필요한 전문 그래프를 호출하고 근거와 성공, 실패 상태를 합칩니다. 로그가 실패해도 확보한 지표와 런북을 보존하고 부분 보고서를 반환합니다. 각 그래프의 수집과 검증 경계는 LangSmith로 추적합니다. 전문 그래프마다 LLM을 추가한 구조는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실제 자료를 가져오는 부분입니다. MCP Tool은 호출해서 데이터를 조회하는 기능이고, Resource는 읽을 수 있는 문서입니다. 위 코드는 제가 추가한 로그 Tool 호출입니다. 결제 서비스 이름과 최대 스무 개라는 제한을 전달합니다. 이어지는 검증에서는 응답의 대상과 합성 표시, 시각, 근거 ID를 확인합니다. 아래 코드는 선택된 런북을 읽습니다. 연결된 서버에서 Resource 템플릿을 찾고 장애 유형으로 URI를 만든 뒤 본문을 조회합니다. 이 문서는 앞으로 확인할 절차이지 실행 결과가 아닙니다. 기존 MCPClient의 서버 탐색과 세션, 잠금을 재사용했습니다. 전문 그래프는 병행 호출하지만 실제 MCP 요청은 잠금 때문에 직렬입니다. 이번 개선은 출처별 검증과 실패 격리이며, 병렬화로 빨라졌다고 해석하지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어떤 런북을 읽을지 고르는 코드입니다. 검색 입력은 사용자 질문 자체가 아니라 실제 조회한 모니터링 상태와 알림입니다. 짧은 런북 여섯 개를 문서마다 하나의 벡터로 만들고 E5와 Chroma로 상위 세 개를 찾습니다. 문서에는 passage, 검색어에는 query 접두어를 사용합니다. 화면의 decide 함수는 1위 점수가 0.8 이상이고 1위와 2위 차이가 0.01 이상일 때만 채택합니다. 점수는 코사인 거리로 계산한 유사도이며 정답 확률이 아닙니다. 기준을 만족하면 앞서 본 재계획 노드가 런북 작업을 추가하고 MCP Resource로 본문을 읽습니다. 애매하면 임의로 DB 장애를 고르지 않고 추가 증상을 요청합니다. 관련 단위 테스트로 채택과 보류, 손상된 인덱스, 부분 실패를 확인했습니다. 구현하며 구조를 나누는 것과 답변을 신뢰할 수 있게 만드는 것은 별도로 검증해야 함을 확인했습니다. 다음에는 기억 실패 사례와 실제 로그 연동을 확대하겠습니다.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이후는 질의응답용 부록입니다.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행은 별도 실험입니다. 표본 수와 통제 조건을 합산하지 않습니다. S1은 운영 두 사례, S2는 알려진 여섯 유형, S3은 같은 CPU 한 사례, S4는 고정 12턴과 Qwen 8B 및 고정 chat 경로입니다. README의 전후 캡처와 S6 상세 및 CSV에서 근거를 확인할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고정 이력에서 recent 0/5, summary 5/5였지만 총 토큰은 1247에서 3090으로 늘었습니다. 일반적인 토큰 절감으로 해석하지 않습니다. 새 Qwen 기억 사례 두 건은 실패했습니다. Judge는 39행 중 38행을 채점하고 계측 근거가 불일치한 과거 한 행은 unscored로 남겼습니다. 사람 확인은 네 개의 독립 범주 사례이며 반복 호출을 독립 표본으로 세지 않았습니다. CPU groundedness는 모든 단계 4/4여서 전체 정책 품질의 개선 지표로 쓰지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전문 그래프, 근거 계약, E5·Chroma 검색, 증분 요약과 오프라인 Judge가 변경 범위입니다. 기존 MCP·DI·LangSmith를 확장했습니다. SSE 중단 수정 9개에 OpenAI 비동기 응답 단위 6개를 추가했습니다. 전체 로컬 213 PASS/13 XFAIL, 공개 파일만으로 116 PASS/5 XFAIL입니다. OpenAI chat/write는 실제 비동기 HTTP로 바꿔 취소 시 연결을 정리합니다. route/plan/analyze는 동기 호출이 남아 있습니다. 실제 운영 로그, 요약 의미 보존, 더 큰 독립 평가 집합이 다음 과제입니다.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2026-10-22 같은 최종 코드·설정·E5 인덱스·합성 stdio MCP로 4입력×HTTP/SSE×2백엔드×(워밍업1+측정5), 총96요청을 실행했습니다. Qwen fast/quality는 모두 qwen3:8b, OpenAI는 gpt-4o-mini/gpt-4o입니다. CPU HTTP p50은12.50초와4.70초이나 인사는1.12초와1.70초로 Qwen이 빨랐습니다. 이름 회상은 같은 한 이력의 반복10건씩이며 Qwen0/10, OpenAI10/10입니다. 지연은 품질 실패도 포함했습니다. 모델·일부 프롬프트·토크나이저가 달라 백엔드 프로필 비교입니다. 측정 OpenAI40요청 추정액은0.06398395달러, 실제 청구액은 확인하지 않았습니다. Judge 사람 확인4범주 방향 일치는 두 모델 모두4/4이며 점수 차이가 일반 정확도 향상을 뜻하지 않습니다. 취소 검증 OpenAI6건/Qwen1건은 로컬 대기 취소와 미완료 저장 방지 확인이며 원격 추론·과금 중단 보장은 아닙니다. 근거: doc/ppt/model_validation.md와 측정 결과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Qwen 8B 최종 실행 화면입니다. 앞의 fake 분류 비교와 다른 조건입니다. 지표·합성 로그·런북 근거와 불확실성, 미실행 조치 권고를 확인합니다. 발표 본문에서는 비교표에 집중하고 이 화면은 질문을 받으면 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204fd7c1834a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e4e464a89a41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529492a3f34e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c57387e8894e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b535d9fb4249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29037faef54e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299D6D-F1E3-434C-A704-F9307E1F5D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FBDE42-CE99-4791-881B-16CDBBD84ED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8B4A1D-7B7E-4D64-B222-A68B82C669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716CC1-4A6B-4AA5-8F72-10FF5400F2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ADF874-D6B4-46B5-8FEA-9E9EC934CE5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B09BF2-7DBD-4054-8A26-6D275D5B0E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98C057-CB56-4D1F-B05B-3ADDF51184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7A9654-5F5A-459B-9240-A8F76120A92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1632F8-ADE8-4FCD-A926-03B906F603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C86875-4D38-4472-B28D-1FBC5637EF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b1d4841ad6440b" /><Relationship Type="http://schemas.openxmlformats.org/officeDocument/2006/relationships/slideLayout" Target="/ppt/slideLayouts/slideLayout1.xml" Id="R542fd8f6a4194a28" /><Relationship Type="http://schemas.openxmlformats.org/officeDocument/2006/relationships/slideLayout" Target="/ppt/slideLayouts/slideLayout2.xml" Id="Rfe91057c26c04ece" /><Relationship Type="http://schemas.openxmlformats.org/officeDocument/2006/relationships/slideLayout" Target="/ppt/slideLayouts/slideLayout3.xml" Id="R94ea6978a40b45d3" /><Relationship Type="http://schemas.openxmlformats.org/officeDocument/2006/relationships/slideLayout" Target="/ppt/slideLayouts/slideLayout4.xml" Id="Rb60dc6d0ba2b4e8d" /><Relationship Type="http://schemas.openxmlformats.org/officeDocument/2006/relationships/slideLayout" Target="/ppt/slideLayouts/slideLayout5.xml" Id="R0d84c143fe954385" /><Relationship Type="http://schemas.openxmlformats.org/officeDocument/2006/relationships/slideLayout" Target="/ppt/slideLayouts/slideLayout6.xml" Id="R7602cbba59ac43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2fd8f6a4194a28"/>
    <p:sldLayoutId xmlns:r="http://schemas.openxmlformats.org/officeDocument/2006/relationships" id="2147483650" r:id="Rfe91057c26c04ece"/>
    <p:sldLayoutId xmlns:r="http://schemas.openxmlformats.org/officeDocument/2006/relationships" id="2147483651" r:id="R94ea6978a40b45d3"/>
    <p:sldLayoutId xmlns:r="http://schemas.openxmlformats.org/officeDocument/2006/relationships" id="2147483652" r:id="Rb60dc6d0ba2b4e8d"/>
    <p:sldLayoutId xmlns:r="http://schemas.openxmlformats.org/officeDocument/2006/relationships" id="2147483653" r:id="R0d84c143fe954385"/>
    <p:sldLayoutId xmlns:r="http://schemas.openxmlformats.org/officeDocument/2006/relationships" id="2147483654" r:id="R7602cbba59ac43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4e4a75dd634b0a" /><Relationship Type="http://schemas.openxmlformats.org/officeDocument/2006/relationships/notesSlide" Target="/ppt/notesSlides/notesSlide1.xml" Id="R18a7465b8c1247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2ae161501e54e74" /><Relationship Type="http://schemas.openxmlformats.org/officeDocument/2006/relationships/image" Target="/ppt/media/image.jpeg" Id="Ra789d9b3e7044a88" /><Relationship Type="http://schemas.openxmlformats.org/officeDocument/2006/relationships/image" Target="/ppt/media/image2.jpeg" Id="Rc085cddb92dd4477" /><Relationship Type="http://schemas.openxmlformats.org/officeDocument/2006/relationships/notesSlide" Target="/ppt/notesSlides/notesSlide2.xml" Id="R068d91c7f9984f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94f2aab2524120" /><Relationship Type="http://schemas.openxmlformats.org/officeDocument/2006/relationships/image" Target="/ppt/media/image3.jpeg" Id="Rf31824f27c6043a1" /><Relationship Type="http://schemas.openxmlformats.org/officeDocument/2006/relationships/notesSlide" Target="/ppt/notesSlides/notesSlide3.xml" Id="R38b8931bc72e43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138b94bf824e37" /><Relationship Type="http://schemas.openxmlformats.org/officeDocument/2006/relationships/image" Target="/ppt/media/image4.jpeg" Id="R125fe6e655134f7c" /><Relationship Type="http://schemas.openxmlformats.org/officeDocument/2006/relationships/notesSlide" Target="/ppt/notesSlides/notesSlide4.xml" Id="R750d2a5cef8d44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f6728ebdda4de1" /><Relationship Type="http://schemas.openxmlformats.org/officeDocument/2006/relationships/image" Target="/ppt/media/image5.jpeg" Id="Reb4d7db8616f462d" /><Relationship Type="http://schemas.openxmlformats.org/officeDocument/2006/relationships/image" Target="/ppt/media/image6.jpeg" Id="R8eb7fb9798984a26" /><Relationship Type="http://schemas.openxmlformats.org/officeDocument/2006/relationships/notesSlide" Target="/ppt/notesSlides/notesSlide5.xml" Id="R25691e6276df4c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cf1647274c54b8d" /><Relationship Type="http://schemas.openxmlformats.org/officeDocument/2006/relationships/image" Target="/ppt/media/image7.jpeg" Id="Rbf391ac8baf74d3d" /><Relationship Type="http://schemas.openxmlformats.org/officeDocument/2006/relationships/notesSlide" Target="/ppt/notesSlides/notesSlide6.xml" Id="R76739ea1230e46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2675dbfc16433a" /><Relationship Type="http://schemas.openxmlformats.org/officeDocument/2006/relationships/notesSlide" Target="/ppt/notesSlides/notesSlide7.xml" Id="Rea6e021870c449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ab18f706393406e" /><Relationship Type="http://schemas.openxmlformats.org/officeDocument/2006/relationships/notesSlide" Target="/ppt/notesSlides/notesSlide8.xml" Id="Rddba800b1d1941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d9b44b0a8d14a2f" /><Relationship Type="http://schemas.openxmlformats.org/officeDocument/2006/relationships/notesSlide" Target="/ppt/notesSlides/notesSlide9.xml" Id="R9ce5ecf9901d4b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f2f2ff4e38942c6" /><Relationship Type="http://schemas.openxmlformats.org/officeDocument/2006/relationships/notesSlide" Target="/ppt/notesSlides/notesSlide10.xml" Id="R5a8c73ea507446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fb51c63d15d4de7" /><Relationship Type="http://schemas.openxmlformats.org/officeDocument/2006/relationships/notesSlide" Target="/ppt/notesSlides/notesSlide11.xml" Id="R17677857e2f740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2d4dc4b6bb740e3" /><Relationship Type="http://schemas.openxmlformats.org/officeDocument/2006/relationships/image" Target="/ppt/media/image8.jpeg" Id="Rd1d62957fbf34ce2" /><Relationship Type="http://schemas.openxmlformats.org/officeDocument/2006/relationships/notesSlide" Target="/ppt/notesSlides/notesSlide12.xml" Id="Rf0e9f8625e2e4fe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087 신형섭">
            <a:extLst xmlns:a="http://schemas.openxmlformats.org/drawingml/2006/main">
              <a:ext uri="{FF2B5EF4-FFF2-40B4-BE49-F238E27FC236}">
                <a16:creationId xmlns:a16="http://schemas.microsoft.com/office/drawing/2014/main" id="{FDB0D0DD-EB5D-4EB9-8C32-6141317D8B7B}"/>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운영 장애 조사 에이전트 개선">
            <a:extLst xmlns:a="http://schemas.openxmlformats.org/drawingml/2006/main">
              <a:ext uri="{FF2B5EF4-FFF2-40B4-BE49-F238E27FC236}">
                <a16:creationId xmlns:a16="http://schemas.microsoft.com/office/drawing/2014/main" id="{9BE2AACA-37DE-4A4A-BDB9-7AEF7B39E12F}"/>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운영 장애 조사 에이전트 개선</a:t>
            </a:r>
          </a:p>
        </p:txBody>
      </p:sp>
      <p:sp>
        <p:nvSpPr>
          <p:cNvPr id="3" name="01">
            <a:extLst xmlns:a="http://schemas.openxmlformats.org/drawingml/2006/main">
              <a:ext uri="{FF2B5EF4-FFF2-40B4-BE49-F238E27FC236}">
                <a16:creationId xmlns:a16="http://schemas.microsoft.com/office/drawing/2014/main" id="{A10D0954-3ADB-45B8-A480-66C744489689}"/>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01</a:t>
            </a:r>
          </a:p>
        </p:txBody>
      </p:sp>
      <p:sp>
        <p:nvSpPr>
          <p:cNvPr id="4" name="서비스와 장애 증상을 입력하면&#10;지표·로그·대응 매뉴얼로 진단과 ">
            <a:extLst xmlns:a="http://schemas.openxmlformats.org/drawingml/2006/main">
              <a:ext uri="{FF2B5EF4-FFF2-40B4-BE49-F238E27FC236}">
                <a16:creationId xmlns:a16="http://schemas.microsoft.com/office/drawing/2014/main" id="{50F3E4B4-7C6E-4B4F-925F-142A0DFEFC05}"/>
              </a:ext>
            </a:extLst>
          </p:cNvPr>
          <p:cNvSpPr>
            <a:spLocks xmlns:a="http://schemas.openxmlformats.org/drawingml/2006/main" noGrp="1"/>
          </p:cNvSpPr>
          <p:nvPr/>
        </p:nvSpPr>
        <p:spPr>
          <a:xfrm xmlns:a="http://schemas.openxmlformats.org/drawingml/2006/main">
            <a:off x="609600" y="2038350"/>
            <a:ext cx="109728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173343"/>
                </a:solidFill>
                <a:latin typeface="Noto Sans KR"/>
                <a:ea typeface="Noto Sans KR"/>
                <a:cs typeface="Noto Sans KR"/>
              </a:defRPr>
            </a:defPPr>
            <a:lvl1pPr algn="l">
              <a:defRPr sz="2700" b="1">
                <a:solidFill>
                  <a:srgbClr val="173343"/>
                </a:solidFill>
                <a:latin typeface="Noto Sans KR"/>
                <a:ea typeface="Noto Sans KR"/>
                <a:cs typeface="Noto Sans KR"/>
              </a:defRPr>
            </a:lvl1pPr>
            <a:lvl2pPr algn="l">
              <a:defRPr sz="2700" b="1">
                <a:solidFill>
                  <a:srgbClr val="173343"/>
                </a:solidFill>
                <a:latin typeface="Noto Sans KR"/>
                <a:ea typeface="Noto Sans KR"/>
                <a:cs typeface="Noto Sans KR"/>
              </a:defRPr>
            </a:lvl2pPr>
            <a:lvl3pPr algn="l">
              <a:defRPr sz="2700" b="1">
                <a:solidFill>
                  <a:srgbClr val="173343"/>
                </a:solidFill>
                <a:latin typeface="Noto Sans KR"/>
                <a:ea typeface="Noto Sans KR"/>
                <a:cs typeface="Noto Sans KR"/>
              </a:defRPr>
            </a:lvl3pPr>
            <a:lvl4pPr algn="l">
              <a:defRPr sz="2700" b="1">
                <a:solidFill>
                  <a:srgbClr val="173343"/>
                </a:solidFill>
                <a:latin typeface="Noto Sans KR"/>
                <a:ea typeface="Noto Sans KR"/>
                <a:cs typeface="Noto Sans KR"/>
              </a:defRPr>
            </a:lvl4pPr>
            <a:lvl5pPr algn="l">
              <a:defRPr sz="2700" b="1">
                <a:solidFill>
                  <a:srgbClr val="173343"/>
                </a:solidFill>
                <a:latin typeface="Noto Sans KR"/>
                <a:ea typeface="Noto Sans KR"/>
                <a:cs typeface="Noto Sans KR"/>
              </a:defRPr>
            </a:lvl5pPr>
            <a:lvl6pPr algn="l">
              <a:defRPr sz="2700" b="1">
                <a:solidFill>
                  <a:srgbClr val="173343"/>
                </a:solidFill>
                <a:latin typeface="Noto Sans KR"/>
                <a:ea typeface="Noto Sans KR"/>
                <a:cs typeface="Noto Sans KR"/>
              </a:defRPr>
            </a:lvl6pPr>
            <a:lvl7pPr algn="l">
              <a:defRPr sz="2700" b="1">
                <a:solidFill>
                  <a:srgbClr val="173343"/>
                </a:solidFill>
                <a:latin typeface="Noto Sans KR"/>
                <a:ea typeface="Noto Sans KR"/>
                <a:cs typeface="Noto Sans KR"/>
              </a:defRPr>
            </a:lvl7pPr>
            <a:lvl8pPr algn="l">
              <a:defRPr sz="2700" b="1">
                <a:solidFill>
                  <a:srgbClr val="173343"/>
                </a:solidFill>
                <a:latin typeface="Noto Sans KR"/>
                <a:ea typeface="Noto Sans KR"/>
                <a:cs typeface="Noto Sans KR"/>
              </a:defRPr>
            </a:lvl8pPr>
            <a:lvl9pPr algn="l">
              <a:defRPr sz="2700" b="1">
                <a:solidFill>
                  <a:srgbClr val="173343"/>
                </a:solidFill>
                <a:latin typeface="Noto Sans KR"/>
                <a:ea typeface="Noto Sans KR"/>
                <a:cs typeface="Noto Sans KR"/>
              </a:defRPr>
            </a:lvl9pPr>
          </a:lstStyle>
          <a:p xmlns:a="http://schemas.openxmlformats.org/drawingml/2006/main">
            <a:pPr algn="l">
              <a:defRPr sz="2700" b="1">
                <a:solidFill>
                  <a:srgbClr val="173343"/>
                </a:solidFill>
                <a:latin typeface="Noto Sans KR"/>
                <a:ea typeface="Noto Sans KR"/>
                <a:cs typeface="Noto Sans KR"/>
              </a:defRPr>
            </a:pPr>
            <a:r>
              <a:rPr sz="2700" b="1">
                <a:solidFill>
                  <a:srgbClr val="173343"/>
                </a:solidFill>
                <a:latin typeface="Noto Sans KR"/>
                <a:ea typeface="Noto Sans KR"/>
                <a:cs typeface="Noto Sans KR"/>
              </a:rPr>
              <a:t>서비스와 장애 증상을 입력하면</a:t>
            </a:r>
          </a:p>
          <a:p xmlns:a="http://schemas.openxmlformats.org/drawingml/2006/main">
            <a:pPr algn="l">
              <a:defRPr sz="2700" b="1">
                <a:solidFill>
                  <a:srgbClr val="173343"/>
                </a:solidFill>
                <a:latin typeface="Noto Sans KR"/>
                <a:ea typeface="Noto Sans KR"/>
                <a:cs typeface="Noto Sans KR"/>
              </a:defRPr>
            </a:pPr>
            <a:r>
              <a:rPr sz="2700" b="1">
                <a:solidFill>
                  <a:srgbClr val="173343"/>
                </a:solidFill>
                <a:latin typeface="Noto Sans KR"/>
                <a:ea typeface="Noto Sans KR"/>
                <a:cs typeface="Noto Sans KR"/>
              </a:rPr>
              <a:t>지표·로그·대응 매뉴얼로 진단과 권고를 제공합니다.</a:t>
            </a:r>
          </a:p>
        </p:txBody>
      </p:sp>
      <p:sp>
        <p:nvSpPr>
          <p:cNvPr id="5" name="과제 1 · 기존 Base AI Agent 개선">
            <a:extLst xmlns:a="http://schemas.openxmlformats.org/drawingml/2006/main">
              <a:ext uri="{FF2B5EF4-FFF2-40B4-BE49-F238E27FC236}">
                <a16:creationId xmlns:a16="http://schemas.microsoft.com/office/drawing/2014/main" id="{CFAE3160-8334-4AD6-B8FF-A63BB5C8D3FA}"/>
              </a:ext>
            </a:extLst>
          </p:cNvPr>
          <p:cNvSpPr>
            <a:spLocks xmlns:a="http://schemas.openxmlformats.org/drawingml/2006/main" noGrp="1"/>
          </p:cNvSpPr>
          <p:nvPr/>
        </p:nvSpPr>
        <p:spPr>
          <a:xfrm xmlns:a="http://schemas.openxmlformats.org/drawingml/2006/main">
            <a:off x="609600" y="3371850"/>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087D69"/>
                </a:solidFill>
                <a:latin typeface="Noto Sans KR"/>
                <a:ea typeface="Noto Sans KR"/>
                <a:cs typeface="Noto Sans KR"/>
              </a:defRPr>
            </a:defPPr>
            <a:lvl1pPr algn="l">
              <a:defRPr sz="2325" b="1">
                <a:solidFill>
                  <a:srgbClr val="087D69"/>
                </a:solidFill>
                <a:latin typeface="Noto Sans KR"/>
                <a:ea typeface="Noto Sans KR"/>
                <a:cs typeface="Noto Sans KR"/>
              </a:defRPr>
            </a:lvl1pPr>
            <a:lvl2pPr algn="l">
              <a:defRPr sz="2325" b="1">
                <a:solidFill>
                  <a:srgbClr val="087D69"/>
                </a:solidFill>
                <a:latin typeface="Noto Sans KR"/>
                <a:ea typeface="Noto Sans KR"/>
                <a:cs typeface="Noto Sans KR"/>
              </a:defRPr>
            </a:lvl2pPr>
            <a:lvl3pPr algn="l">
              <a:defRPr sz="2325" b="1">
                <a:solidFill>
                  <a:srgbClr val="087D69"/>
                </a:solidFill>
                <a:latin typeface="Noto Sans KR"/>
                <a:ea typeface="Noto Sans KR"/>
                <a:cs typeface="Noto Sans KR"/>
              </a:defRPr>
            </a:lvl3pPr>
            <a:lvl4pPr algn="l">
              <a:defRPr sz="2325" b="1">
                <a:solidFill>
                  <a:srgbClr val="087D69"/>
                </a:solidFill>
                <a:latin typeface="Noto Sans KR"/>
                <a:ea typeface="Noto Sans KR"/>
                <a:cs typeface="Noto Sans KR"/>
              </a:defRPr>
            </a:lvl4pPr>
            <a:lvl5pPr algn="l">
              <a:defRPr sz="2325" b="1">
                <a:solidFill>
                  <a:srgbClr val="087D69"/>
                </a:solidFill>
                <a:latin typeface="Noto Sans KR"/>
                <a:ea typeface="Noto Sans KR"/>
                <a:cs typeface="Noto Sans KR"/>
              </a:defRPr>
            </a:lvl5pPr>
            <a:lvl6pPr algn="l">
              <a:defRPr sz="2325" b="1">
                <a:solidFill>
                  <a:srgbClr val="087D69"/>
                </a:solidFill>
                <a:latin typeface="Noto Sans KR"/>
                <a:ea typeface="Noto Sans KR"/>
                <a:cs typeface="Noto Sans KR"/>
              </a:defRPr>
            </a:lvl6pPr>
            <a:lvl7pPr algn="l">
              <a:defRPr sz="2325" b="1">
                <a:solidFill>
                  <a:srgbClr val="087D69"/>
                </a:solidFill>
                <a:latin typeface="Noto Sans KR"/>
                <a:ea typeface="Noto Sans KR"/>
                <a:cs typeface="Noto Sans KR"/>
              </a:defRPr>
            </a:lvl7pPr>
            <a:lvl8pPr algn="l">
              <a:defRPr sz="2325" b="1">
                <a:solidFill>
                  <a:srgbClr val="087D69"/>
                </a:solidFill>
                <a:latin typeface="Noto Sans KR"/>
                <a:ea typeface="Noto Sans KR"/>
                <a:cs typeface="Noto Sans KR"/>
              </a:defRPr>
            </a:lvl8pPr>
            <a:lvl9pPr algn="l">
              <a:defRPr sz="2325" b="1">
                <a:solidFill>
                  <a:srgbClr val="087D69"/>
                </a:solidFill>
                <a:latin typeface="Noto Sans KR"/>
                <a:ea typeface="Noto Sans KR"/>
                <a:cs typeface="Noto Sans KR"/>
              </a:defRPr>
            </a:lvl9pPr>
          </a:lstStyle>
          <a:p xmlns:a="http://schemas.openxmlformats.org/drawingml/2006/main">
            <a:pPr algn="l">
              <a:defRPr sz="2325" b="1">
                <a:solidFill>
                  <a:srgbClr val="087D69"/>
                </a:solidFill>
                <a:latin typeface="Noto Sans KR"/>
                <a:ea typeface="Noto Sans KR"/>
                <a:cs typeface="Noto Sans KR"/>
              </a:defRPr>
            </a:pPr>
            <a:r>
              <a:rPr sz="2325" b="1">
                <a:solidFill>
                  <a:srgbClr val="087D69"/>
                </a:solidFill>
                <a:latin typeface="Noto Sans KR"/>
                <a:ea typeface="Noto Sans KR"/>
                <a:cs typeface="Noto Sans KR"/>
              </a:rPr>
              <a:t>과제 1 · 기존 Base AI Agent 개선</a:t>
            </a:r>
          </a:p>
        </p:txBody>
      </p:sp>
      <p:sp>
        <p:nvSpPr>
          <p:cNvPr id="6" name="추가·수정: 잘못된 시스템 조회 방지·설정 외부화">
            <a:extLst xmlns:a="http://schemas.openxmlformats.org/drawingml/2006/main">
              <a:ext uri="{FF2B5EF4-FFF2-40B4-BE49-F238E27FC236}">
                <a16:creationId xmlns:a16="http://schemas.microsoft.com/office/drawing/2014/main" id="{08B0D1D4-68BF-42C1-9B1A-9EB9502A9F27}"/>
              </a:ext>
            </a:extLst>
          </p:cNvPr>
          <p:cNvSpPr>
            <a:spLocks xmlns:a="http://schemas.openxmlformats.org/drawingml/2006/main" noGrp="1"/>
          </p:cNvSpPr>
          <p:nvPr/>
        </p:nvSpPr>
        <p:spPr>
          <a:xfrm xmlns:a="http://schemas.openxmlformats.org/drawingml/2006/main">
            <a:off x="609600" y="4029075"/>
            <a:ext cx="109728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173343"/>
                </a:solidFill>
                <a:latin typeface="Noto Sans KR"/>
                <a:ea typeface="Noto Sans KR"/>
                <a:cs typeface="Noto Sans KR"/>
              </a:defRPr>
            </a:defPPr>
            <a:lvl1pPr algn="l">
              <a:defRPr sz="2100" b="0">
                <a:solidFill>
                  <a:srgbClr val="173343"/>
                </a:solidFill>
                <a:latin typeface="Noto Sans KR"/>
                <a:ea typeface="Noto Sans KR"/>
                <a:cs typeface="Noto Sans KR"/>
              </a:defRPr>
            </a:lvl1pPr>
            <a:lvl2pPr algn="l">
              <a:defRPr sz="2100" b="0">
                <a:solidFill>
                  <a:srgbClr val="173343"/>
                </a:solidFill>
                <a:latin typeface="Noto Sans KR"/>
                <a:ea typeface="Noto Sans KR"/>
                <a:cs typeface="Noto Sans KR"/>
              </a:defRPr>
            </a:lvl2pPr>
            <a:lvl3pPr algn="l">
              <a:defRPr sz="2100" b="0">
                <a:solidFill>
                  <a:srgbClr val="173343"/>
                </a:solidFill>
                <a:latin typeface="Noto Sans KR"/>
                <a:ea typeface="Noto Sans KR"/>
                <a:cs typeface="Noto Sans KR"/>
              </a:defRPr>
            </a:lvl3pPr>
            <a:lvl4pPr algn="l">
              <a:defRPr sz="2100" b="0">
                <a:solidFill>
                  <a:srgbClr val="173343"/>
                </a:solidFill>
                <a:latin typeface="Noto Sans KR"/>
                <a:ea typeface="Noto Sans KR"/>
                <a:cs typeface="Noto Sans KR"/>
              </a:defRPr>
            </a:lvl4pPr>
            <a:lvl5pPr algn="l">
              <a:defRPr sz="2100" b="0">
                <a:solidFill>
                  <a:srgbClr val="173343"/>
                </a:solidFill>
                <a:latin typeface="Noto Sans KR"/>
                <a:ea typeface="Noto Sans KR"/>
                <a:cs typeface="Noto Sans KR"/>
              </a:defRPr>
            </a:lvl5pPr>
            <a:lvl6pPr algn="l">
              <a:defRPr sz="2100" b="0">
                <a:solidFill>
                  <a:srgbClr val="173343"/>
                </a:solidFill>
                <a:latin typeface="Noto Sans KR"/>
                <a:ea typeface="Noto Sans KR"/>
                <a:cs typeface="Noto Sans KR"/>
              </a:defRPr>
            </a:lvl6pPr>
            <a:lvl7pPr algn="l">
              <a:defRPr sz="2100" b="0">
                <a:solidFill>
                  <a:srgbClr val="173343"/>
                </a:solidFill>
                <a:latin typeface="Noto Sans KR"/>
                <a:ea typeface="Noto Sans KR"/>
                <a:cs typeface="Noto Sans KR"/>
              </a:defRPr>
            </a:lvl7pPr>
            <a:lvl8pPr algn="l">
              <a:defRPr sz="2100" b="0">
                <a:solidFill>
                  <a:srgbClr val="173343"/>
                </a:solidFill>
                <a:latin typeface="Noto Sans KR"/>
                <a:ea typeface="Noto Sans KR"/>
                <a:cs typeface="Noto Sans KR"/>
              </a:defRPr>
            </a:lvl8pPr>
            <a:lvl9pPr algn="l">
              <a:defRPr sz="2100" b="0">
                <a:solidFill>
                  <a:srgbClr val="173343"/>
                </a:solidFill>
                <a:latin typeface="Noto Sans KR"/>
                <a:ea typeface="Noto Sans KR"/>
                <a:cs typeface="Noto Sans KR"/>
              </a:defRPr>
            </a:lvl9pPr>
          </a:lstStyle>
          <a:p xmlns:a="http://schemas.openxmlformats.org/drawingml/2006/main">
            <a:pPr algn="l">
              <a:defRPr sz="2100" b="0">
                <a:solidFill>
                  <a:srgbClr val="173343"/>
                </a:solidFill>
                <a:latin typeface="Noto Sans KR"/>
                <a:ea typeface="Noto Sans KR"/>
                <a:cs typeface="Noto Sans KR"/>
              </a:defRPr>
            </a:pPr>
            <a:r>
              <a:rPr sz="2100" b="0">
                <a:solidFill>
                  <a:srgbClr val="173343"/>
                </a:solidFill>
                <a:latin typeface="Noto Sans KR"/>
                <a:ea typeface="Noto Sans KR"/>
                <a:cs typeface="Noto Sans KR"/>
              </a:rPr>
              <a:t>추가·수정: 잘못된 시스템 조회 방지·설정 외부화</a:t>
            </a:r>
          </a:p>
        </p:txBody>
      </p:sp>
      <p:sp>
        <p:nvSpPr>
          <p:cNvPr id="7" name="RAG · 전문 조사 · 요약 메모리 · 오프라인 LLM Jud">
            <a:extLst xmlns:a="http://schemas.openxmlformats.org/drawingml/2006/main">
              <a:ext uri="{FF2B5EF4-FFF2-40B4-BE49-F238E27FC236}">
                <a16:creationId xmlns:a16="http://schemas.microsoft.com/office/drawing/2014/main" id="{96A7A886-8C15-4AC8-BDD1-8B6E22059297}"/>
              </a:ext>
            </a:extLst>
          </p:cNvPr>
          <p:cNvSpPr>
            <a:spLocks xmlns:a="http://schemas.openxmlformats.org/drawingml/2006/main" noGrp="1"/>
          </p:cNvSpPr>
          <p:nvPr/>
        </p:nvSpPr>
        <p:spPr>
          <a:xfrm xmlns:a="http://schemas.openxmlformats.org/drawingml/2006/main">
            <a:off x="609600" y="4552950"/>
            <a:ext cx="109728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173343"/>
                </a:solidFill>
                <a:latin typeface="Noto Sans KR"/>
                <a:ea typeface="Noto Sans KR"/>
                <a:cs typeface="Noto Sans KR"/>
              </a:defRPr>
            </a:defPPr>
            <a:lvl1pPr algn="l">
              <a:defRPr sz="2100" b="0">
                <a:solidFill>
                  <a:srgbClr val="173343"/>
                </a:solidFill>
                <a:latin typeface="Noto Sans KR"/>
                <a:ea typeface="Noto Sans KR"/>
                <a:cs typeface="Noto Sans KR"/>
              </a:defRPr>
            </a:lvl1pPr>
            <a:lvl2pPr algn="l">
              <a:defRPr sz="2100" b="0">
                <a:solidFill>
                  <a:srgbClr val="173343"/>
                </a:solidFill>
                <a:latin typeface="Noto Sans KR"/>
                <a:ea typeface="Noto Sans KR"/>
                <a:cs typeface="Noto Sans KR"/>
              </a:defRPr>
            </a:lvl2pPr>
            <a:lvl3pPr algn="l">
              <a:defRPr sz="2100" b="0">
                <a:solidFill>
                  <a:srgbClr val="173343"/>
                </a:solidFill>
                <a:latin typeface="Noto Sans KR"/>
                <a:ea typeface="Noto Sans KR"/>
                <a:cs typeface="Noto Sans KR"/>
              </a:defRPr>
            </a:lvl3pPr>
            <a:lvl4pPr algn="l">
              <a:defRPr sz="2100" b="0">
                <a:solidFill>
                  <a:srgbClr val="173343"/>
                </a:solidFill>
                <a:latin typeface="Noto Sans KR"/>
                <a:ea typeface="Noto Sans KR"/>
                <a:cs typeface="Noto Sans KR"/>
              </a:defRPr>
            </a:lvl4pPr>
            <a:lvl5pPr algn="l">
              <a:defRPr sz="2100" b="0">
                <a:solidFill>
                  <a:srgbClr val="173343"/>
                </a:solidFill>
                <a:latin typeface="Noto Sans KR"/>
                <a:ea typeface="Noto Sans KR"/>
                <a:cs typeface="Noto Sans KR"/>
              </a:defRPr>
            </a:lvl5pPr>
            <a:lvl6pPr algn="l">
              <a:defRPr sz="2100" b="0">
                <a:solidFill>
                  <a:srgbClr val="173343"/>
                </a:solidFill>
                <a:latin typeface="Noto Sans KR"/>
                <a:ea typeface="Noto Sans KR"/>
                <a:cs typeface="Noto Sans KR"/>
              </a:defRPr>
            </a:lvl6pPr>
            <a:lvl7pPr algn="l">
              <a:defRPr sz="2100" b="0">
                <a:solidFill>
                  <a:srgbClr val="173343"/>
                </a:solidFill>
                <a:latin typeface="Noto Sans KR"/>
                <a:ea typeface="Noto Sans KR"/>
                <a:cs typeface="Noto Sans KR"/>
              </a:defRPr>
            </a:lvl7pPr>
            <a:lvl8pPr algn="l">
              <a:defRPr sz="2100" b="0">
                <a:solidFill>
                  <a:srgbClr val="173343"/>
                </a:solidFill>
                <a:latin typeface="Noto Sans KR"/>
                <a:ea typeface="Noto Sans KR"/>
                <a:cs typeface="Noto Sans KR"/>
              </a:defRPr>
            </a:lvl8pPr>
            <a:lvl9pPr algn="l">
              <a:defRPr sz="2100" b="0">
                <a:solidFill>
                  <a:srgbClr val="173343"/>
                </a:solidFill>
                <a:latin typeface="Noto Sans KR"/>
                <a:ea typeface="Noto Sans KR"/>
                <a:cs typeface="Noto Sans KR"/>
              </a:defRPr>
            </a:lvl9pPr>
          </a:lstStyle>
          <a:p xmlns:a="http://schemas.openxmlformats.org/drawingml/2006/main">
            <a:pPr algn="l">
              <a:defRPr sz="2100" b="0">
                <a:solidFill>
                  <a:srgbClr val="173343"/>
                </a:solidFill>
                <a:latin typeface="Noto Sans KR"/>
                <a:ea typeface="Noto Sans KR"/>
                <a:cs typeface="Noto Sans KR"/>
              </a:defRPr>
            </a:pPr>
            <a:r>
              <a:rPr sz="2100" b="0">
                <a:solidFill>
                  <a:srgbClr val="173343"/>
                </a:solidFill>
                <a:latin typeface="Noto Sans KR"/>
                <a:ea typeface="Noto Sans KR"/>
                <a:cs typeface="Noto Sans KR"/>
              </a:rPr>
              <a:t>RAG · 전문 조사 · 요약 메모리 · 오프라인 LLM Judge</a:t>
            </a:r>
          </a:p>
        </p:txBody>
      </p:sp>
      <p:sp>
        <p:nvSpPr>
          <p:cNvPr id="8" name="재사용 기반: FastAPI · Vue · 메인 LangGrap">
            <a:extLst xmlns:a="http://schemas.openxmlformats.org/drawingml/2006/main">
              <a:ext uri="{FF2B5EF4-FFF2-40B4-BE49-F238E27FC236}">
                <a16:creationId xmlns:a16="http://schemas.microsoft.com/office/drawing/2014/main" id="{DF05D70C-3255-4E12-90DA-4EA6FE65225D}"/>
              </a:ext>
            </a:extLst>
          </p:cNvPr>
          <p:cNvSpPr>
            <a:spLocks xmlns:a="http://schemas.openxmlformats.org/drawingml/2006/main" noGrp="1"/>
          </p:cNvSpPr>
          <p:nvPr/>
        </p:nvSpPr>
        <p:spPr>
          <a:xfrm xmlns:a="http://schemas.openxmlformats.org/drawingml/2006/main">
            <a:off x="609600" y="52578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0">
                <a:solidFill>
                  <a:srgbClr val="526A77"/>
                </a:solidFill>
                <a:latin typeface="Noto Sans KR"/>
                <a:ea typeface="Noto Sans KR"/>
                <a:cs typeface="Noto Sans KR"/>
              </a:defRPr>
            </a:defPPr>
            <a:lvl1pPr algn="l">
              <a:defRPr sz="1875" b="0">
                <a:solidFill>
                  <a:srgbClr val="526A77"/>
                </a:solidFill>
                <a:latin typeface="Noto Sans KR"/>
                <a:ea typeface="Noto Sans KR"/>
                <a:cs typeface="Noto Sans KR"/>
              </a:defRPr>
            </a:lvl1pPr>
            <a:lvl2pPr algn="l">
              <a:defRPr sz="1875" b="0">
                <a:solidFill>
                  <a:srgbClr val="526A77"/>
                </a:solidFill>
                <a:latin typeface="Noto Sans KR"/>
                <a:ea typeface="Noto Sans KR"/>
                <a:cs typeface="Noto Sans KR"/>
              </a:defRPr>
            </a:lvl2pPr>
            <a:lvl3pPr algn="l">
              <a:defRPr sz="1875" b="0">
                <a:solidFill>
                  <a:srgbClr val="526A77"/>
                </a:solidFill>
                <a:latin typeface="Noto Sans KR"/>
                <a:ea typeface="Noto Sans KR"/>
                <a:cs typeface="Noto Sans KR"/>
              </a:defRPr>
            </a:lvl3pPr>
            <a:lvl4pPr algn="l">
              <a:defRPr sz="1875" b="0">
                <a:solidFill>
                  <a:srgbClr val="526A77"/>
                </a:solidFill>
                <a:latin typeface="Noto Sans KR"/>
                <a:ea typeface="Noto Sans KR"/>
                <a:cs typeface="Noto Sans KR"/>
              </a:defRPr>
            </a:lvl4pPr>
            <a:lvl5pPr algn="l">
              <a:defRPr sz="1875" b="0">
                <a:solidFill>
                  <a:srgbClr val="526A77"/>
                </a:solidFill>
                <a:latin typeface="Noto Sans KR"/>
                <a:ea typeface="Noto Sans KR"/>
                <a:cs typeface="Noto Sans KR"/>
              </a:defRPr>
            </a:lvl5pPr>
            <a:lvl6pPr algn="l">
              <a:defRPr sz="1875" b="0">
                <a:solidFill>
                  <a:srgbClr val="526A77"/>
                </a:solidFill>
                <a:latin typeface="Noto Sans KR"/>
                <a:ea typeface="Noto Sans KR"/>
                <a:cs typeface="Noto Sans KR"/>
              </a:defRPr>
            </a:lvl6pPr>
            <a:lvl7pPr algn="l">
              <a:defRPr sz="1875" b="0">
                <a:solidFill>
                  <a:srgbClr val="526A77"/>
                </a:solidFill>
                <a:latin typeface="Noto Sans KR"/>
                <a:ea typeface="Noto Sans KR"/>
                <a:cs typeface="Noto Sans KR"/>
              </a:defRPr>
            </a:lvl7pPr>
            <a:lvl8pPr algn="l">
              <a:defRPr sz="1875" b="0">
                <a:solidFill>
                  <a:srgbClr val="526A77"/>
                </a:solidFill>
                <a:latin typeface="Noto Sans KR"/>
                <a:ea typeface="Noto Sans KR"/>
                <a:cs typeface="Noto Sans KR"/>
              </a:defRPr>
            </a:lvl8pPr>
            <a:lvl9pPr algn="l">
              <a:defRPr sz="1875" b="0">
                <a:solidFill>
                  <a:srgbClr val="526A77"/>
                </a:solidFill>
                <a:latin typeface="Noto Sans KR"/>
                <a:ea typeface="Noto Sans KR"/>
                <a:cs typeface="Noto Sans KR"/>
              </a:defRPr>
            </a:lvl9pPr>
          </a:lstStyle>
          <a:p xmlns:a="http://schemas.openxmlformats.org/drawingml/2006/main">
            <a:pPr algn="l">
              <a:defRPr sz="1875" b="0">
                <a:solidFill>
                  <a:srgbClr val="526A77"/>
                </a:solidFill>
                <a:latin typeface="Noto Sans KR"/>
                <a:ea typeface="Noto Sans KR"/>
                <a:cs typeface="Noto Sans KR"/>
              </a:defRPr>
            </a:pPr>
            <a:r>
              <a:rPr sz="1875" b="0">
                <a:solidFill>
                  <a:srgbClr val="526A77"/>
                </a:solidFill>
                <a:latin typeface="Noto Sans KR"/>
                <a:ea typeface="Noto Sans KR"/>
                <a:cs typeface="Noto Sans KR"/>
              </a:rPr>
              <a:t>재사용 기반: FastAPI · Vue · 메인 LangGraph · MCP 연결</a:t>
            </a:r>
          </a:p>
        </p:txBody>
      </p:sp>
      <p:sp>
        <p:nvSpPr>
          <p:cNvPr id="9" name="모니터링·로그는 합성 데이터입니다. 조치는 실행하지 않은 권고입">
            <a:extLst xmlns:a="http://schemas.openxmlformats.org/drawingml/2006/main">
              <a:ext uri="{FF2B5EF4-FFF2-40B4-BE49-F238E27FC236}">
                <a16:creationId xmlns:a16="http://schemas.microsoft.com/office/drawing/2014/main" id="{31B8E248-4896-465A-A568-03639C647DF4}"/>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모니터링·로그는 합성 데이터입니다. 조치는 실행하지 않은 권고입니다.</a:t>
            </a:r>
          </a:p>
        </p:txBody>
      </p:sp>
    </p:spTree>
    <p:extLst>
      <p:ext uri="{BB962C8B-B14F-4D97-AF65-F5344CB8AC3E}">
        <p14:creationId xmlns:p14="http://schemas.microsoft.com/office/powerpoint/2010/main" val="3774097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087 신형섭">
            <a:extLst xmlns:a="http://schemas.openxmlformats.org/drawingml/2006/main">
              <a:ext uri="{FF2B5EF4-FFF2-40B4-BE49-F238E27FC236}">
                <a16:creationId xmlns:a16="http://schemas.microsoft.com/office/drawing/2014/main" id="{ACD39FF0-C7A2-4B6A-9200-EABBB40ECCC2}"/>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같은 CPU 증상의 런북 선택 비교">
            <a:extLst xmlns:a="http://schemas.openxmlformats.org/drawingml/2006/main">
              <a:ext uri="{FF2B5EF4-FFF2-40B4-BE49-F238E27FC236}">
                <a16:creationId xmlns:a16="http://schemas.microsoft.com/office/drawing/2014/main" id="{FCA01242-4B70-4B78-A9DE-D25D03BEBCAC}"/>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같은 CPU 증상의 런북 선택 비교</a:t>
            </a:r>
          </a:p>
        </p:txBody>
      </p:sp>
      <p:sp>
        <p:nvSpPr>
          <p:cNvPr id="3" name="02">
            <a:extLst xmlns:a="http://schemas.openxmlformats.org/drawingml/2006/main">
              <a:ext uri="{FF2B5EF4-FFF2-40B4-BE49-F238E27FC236}">
                <a16:creationId xmlns:a16="http://schemas.microsoft.com/office/drawing/2014/main" id="{C877ABB3-AD25-4D9F-A6B6-F3EAFE572109}"/>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02</a:t>
            </a:r>
          </a:p>
        </p:txBody>
      </p:sp>
      <p:sp>
        <p:nvSpPr>
          <p:cNvPr id="4" name="동일 질문: payments-service 장애 진단 / CPU">
            <a:extLst xmlns:a="http://schemas.openxmlformats.org/drawingml/2006/main">
              <a:ext uri="{FF2B5EF4-FFF2-40B4-BE49-F238E27FC236}">
                <a16:creationId xmlns:a16="http://schemas.microsoft.com/office/drawing/2014/main" id="{83DB7DC1-4F2C-44F5-959C-31678A6B394E}"/>
              </a:ext>
            </a:extLst>
          </p:cNvPr>
          <p:cNvSpPr>
            <a:spLocks xmlns:a="http://schemas.openxmlformats.org/drawingml/2006/main" noGrp="1"/>
          </p:cNvSpPr>
          <p:nvPr/>
        </p:nvSpPr>
        <p:spPr>
          <a:xfrm xmlns:a="http://schemas.openxmlformats.org/drawingml/2006/main">
            <a:off x="609600" y="19716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173343"/>
                </a:solidFill>
                <a:latin typeface="Noto Sans KR"/>
                <a:ea typeface="Noto Sans KR"/>
                <a:cs typeface="Noto Sans KR"/>
              </a:defRPr>
            </a:defPPr>
            <a:lvl1pPr algn="l">
              <a:defRPr sz="1800" b="0">
                <a:solidFill>
                  <a:srgbClr val="173343"/>
                </a:solidFill>
                <a:latin typeface="Noto Sans KR"/>
                <a:ea typeface="Noto Sans KR"/>
                <a:cs typeface="Noto Sans KR"/>
              </a:defRPr>
            </a:lvl1pPr>
            <a:lvl2pPr algn="l">
              <a:defRPr sz="1800" b="0">
                <a:solidFill>
                  <a:srgbClr val="173343"/>
                </a:solidFill>
                <a:latin typeface="Noto Sans KR"/>
                <a:ea typeface="Noto Sans KR"/>
                <a:cs typeface="Noto Sans KR"/>
              </a:defRPr>
            </a:lvl2pPr>
            <a:lvl3pPr algn="l">
              <a:defRPr sz="1800" b="0">
                <a:solidFill>
                  <a:srgbClr val="173343"/>
                </a:solidFill>
                <a:latin typeface="Noto Sans KR"/>
                <a:ea typeface="Noto Sans KR"/>
                <a:cs typeface="Noto Sans KR"/>
              </a:defRPr>
            </a:lvl3pPr>
            <a:lvl4pPr algn="l">
              <a:defRPr sz="1800" b="0">
                <a:solidFill>
                  <a:srgbClr val="173343"/>
                </a:solidFill>
                <a:latin typeface="Noto Sans KR"/>
                <a:ea typeface="Noto Sans KR"/>
                <a:cs typeface="Noto Sans KR"/>
              </a:defRPr>
            </a:lvl4pPr>
            <a:lvl5pPr algn="l">
              <a:defRPr sz="1800" b="0">
                <a:solidFill>
                  <a:srgbClr val="173343"/>
                </a:solidFill>
                <a:latin typeface="Noto Sans KR"/>
                <a:ea typeface="Noto Sans KR"/>
                <a:cs typeface="Noto Sans KR"/>
              </a:defRPr>
            </a:lvl5pPr>
            <a:lvl6pPr algn="l">
              <a:defRPr sz="1800" b="0">
                <a:solidFill>
                  <a:srgbClr val="173343"/>
                </a:solidFill>
                <a:latin typeface="Noto Sans KR"/>
                <a:ea typeface="Noto Sans KR"/>
                <a:cs typeface="Noto Sans KR"/>
              </a:defRPr>
            </a:lvl6pPr>
            <a:lvl7pPr algn="l">
              <a:defRPr sz="1800" b="0">
                <a:solidFill>
                  <a:srgbClr val="173343"/>
                </a:solidFill>
                <a:latin typeface="Noto Sans KR"/>
                <a:ea typeface="Noto Sans KR"/>
                <a:cs typeface="Noto Sans KR"/>
              </a:defRPr>
            </a:lvl7pPr>
            <a:lvl8pPr algn="l">
              <a:defRPr sz="1800" b="0">
                <a:solidFill>
                  <a:srgbClr val="173343"/>
                </a:solidFill>
                <a:latin typeface="Noto Sans KR"/>
                <a:ea typeface="Noto Sans KR"/>
                <a:cs typeface="Noto Sans KR"/>
              </a:defRPr>
            </a:lvl8pPr>
            <a:lvl9pPr algn="l">
              <a:defRPr sz="1800" b="0">
                <a:solidFill>
                  <a:srgbClr val="173343"/>
                </a:solidFill>
                <a:latin typeface="Noto Sans KR"/>
                <a:ea typeface="Noto Sans KR"/>
                <a:cs typeface="Noto Sans KR"/>
              </a:defRPr>
            </a:lvl9pPr>
          </a:lstStyle>
          <a:p xmlns:a="http://schemas.openxmlformats.org/drawingml/2006/main">
            <a:pPr algn="l">
              <a:defRPr sz="1800" b="0">
                <a:solidFill>
                  <a:srgbClr val="173343"/>
                </a:solidFill>
                <a:latin typeface="Noto Sans KR"/>
                <a:ea typeface="Noto Sans KR"/>
                <a:cs typeface="Noto Sans KR"/>
              </a:defRPr>
            </a:pPr>
            <a:r>
              <a:rPr sz="1800" b="0">
                <a:solidFill>
                  <a:srgbClr val="173343"/>
                </a:solidFill>
                <a:latin typeface="Noto Sans KR"/>
                <a:ea typeface="Noto Sans KR"/>
                <a:cs typeface="Noto Sans KR"/>
              </a:rPr>
              <a:t>동일 질문: payments-service 장애 진단 / CPU 96.2% / 프로세서 사용률 급증</a:t>
            </a:r>
          </a:p>
        </p:txBody>
      </p:sp>
      <p:sp>
        <p:nvSpPr>
          <p:cNvPr id="5" name="Before · 영어 키워드  /  DB 장애 매뉴얼 선택">
            <a:extLst xmlns:a="http://schemas.openxmlformats.org/drawingml/2006/main">
              <a:ext uri="{FF2B5EF4-FFF2-40B4-BE49-F238E27FC236}">
                <a16:creationId xmlns:a16="http://schemas.microsoft.com/office/drawing/2014/main" id="{31B4474D-C8FB-41FA-A8BD-8481F580E419}"/>
              </a:ext>
            </a:extLst>
          </p:cNvPr>
          <p:cNvSpPr>
            <a:spLocks xmlns:a="http://schemas.openxmlformats.org/drawingml/2006/main" noGrp="1"/>
          </p:cNvSpPr>
          <p:nvPr/>
        </p:nvSpPr>
        <p:spPr>
          <a:xfrm xmlns:a="http://schemas.openxmlformats.org/drawingml/2006/main">
            <a:off x="609600" y="25050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B25546"/>
                </a:solidFill>
                <a:latin typeface="Noto Sans KR"/>
                <a:ea typeface="Noto Sans KR"/>
                <a:cs typeface="Noto Sans KR"/>
              </a:defRPr>
            </a:defPPr>
            <a:lvl1pPr algn="l">
              <a:defRPr sz="2175" b="1">
                <a:solidFill>
                  <a:srgbClr val="B25546"/>
                </a:solidFill>
                <a:latin typeface="Noto Sans KR"/>
                <a:ea typeface="Noto Sans KR"/>
                <a:cs typeface="Noto Sans KR"/>
              </a:defRPr>
            </a:lvl1pPr>
            <a:lvl2pPr algn="l">
              <a:defRPr sz="2175" b="1">
                <a:solidFill>
                  <a:srgbClr val="B25546"/>
                </a:solidFill>
                <a:latin typeface="Noto Sans KR"/>
                <a:ea typeface="Noto Sans KR"/>
                <a:cs typeface="Noto Sans KR"/>
              </a:defRPr>
            </a:lvl2pPr>
            <a:lvl3pPr algn="l">
              <a:defRPr sz="2175" b="1">
                <a:solidFill>
                  <a:srgbClr val="B25546"/>
                </a:solidFill>
                <a:latin typeface="Noto Sans KR"/>
                <a:ea typeface="Noto Sans KR"/>
                <a:cs typeface="Noto Sans KR"/>
              </a:defRPr>
            </a:lvl3pPr>
            <a:lvl4pPr algn="l">
              <a:defRPr sz="2175" b="1">
                <a:solidFill>
                  <a:srgbClr val="B25546"/>
                </a:solidFill>
                <a:latin typeface="Noto Sans KR"/>
                <a:ea typeface="Noto Sans KR"/>
                <a:cs typeface="Noto Sans KR"/>
              </a:defRPr>
            </a:lvl4pPr>
            <a:lvl5pPr algn="l">
              <a:defRPr sz="2175" b="1">
                <a:solidFill>
                  <a:srgbClr val="B25546"/>
                </a:solidFill>
                <a:latin typeface="Noto Sans KR"/>
                <a:ea typeface="Noto Sans KR"/>
                <a:cs typeface="Noto Sans KR"/>
              </a:defRPr>
            </a:lvl5pPr>
            <a:lvl6pPr algn="l">
              <a:defRPr sz="2175" b="1">
                <a:solidFill>
                  <a:srgbClr val="B25546"/>
                </a:solidFill>
                <a:latin typeface="Noto Sans KR"/>
                <a:ea typeface="Noto Sans KR"/>
                <a:cs typeface="Noto Sans KR"/>
              </a:defRPr>
            </a:lvl6pPr>
            <a:lvl7pPr algn="l">
              <a:defRPr sz="2175" b="1">
                <a:solidFill>
                  <a:srgbClr val="B25546"/>
                </a:solidFill>
                <a:latin typeface="Noto Sans KR"/>
                <a:ea typeface="Noto Sans KR"/>
                <a:cs typeface="Noto Sans KR"/>
              </a:defRPr>
            </a:lvl7pPr>
            <a:lvl8pPr algn="l">
              <a:defRPr sz="2175" b="1">
                <a:solidFill>
                  <a:srgbClr val="B25546"/>
                </a:solidFill>
                <a:latin typeface="Noto Sans KR"/>
                <a:ea typeface="Noto Sans KR"/>
                <a:cs typeface="Noto Sans KR"/>
              </a:defRPr>
            </a:lvl8pPr>
            <a:lvl9pPr algn="l">
              <a:defRPr sz="2175" b="1">
                <a:solidFill>
                  <a:srgbClr val="B25546"/>
                </a:solidFill>
                <a:latin typeface="Noto Sans KR"/>
                <a:ea typeface="Noto Sans KR"/>
                <a:cs typeface="Noto Sans KR"/>
              </a:defRPr>
            </a:lvl9pPr>
          </a:lstStyle>
          <a:p xmlns:a="http://schemas.openxmlformats.org/drawingml/2006/main">
            <a:pPr algn="l">
              <a:defRPr sz="2175" b="1">
                <a:solidFill>
                  <a:srgbClr val="B25546"/>
                </a:solidFill>
                <a:latin typeface="Noto Sans KR"/>
                <a:ea typeface="Noto Sans KR"/>
                <a:cs typeface="Noto Sans KR"/>
              </a:defRPr>
            </a:pPr>
            <a:r>
              <a:rPr sz="2175" b="1">
                <a:solidFill>
                  <a:srgbClr val="B25546"/>
                </a:solidFill>
                <a:latin typeface="Noto Sans KR"/>
                <a:ea typeface="Noto Sans KR"/>
                <a:cs typeface="Noto Sans KR"/>
              </a:rPr>
              <a:t>Before · 영어 키워드  /  DB 장애 매뉴얼 선택</a:t>
            </a:r>
          </a:p>
        </p:txBody>
      </p:sp>
      <p:pic>
        <p:nvPicPr>
          <p:cNvPr id="6" name="">
            <a:extLst xmlns:a="http://schemas.openxmlformats.org/drawingml/2006/main">
              <a:ext uri="{FF2B5EF4-FFF2-40B4-BE49-F238E27FC236}">
                <a16:creationId xmlns:a16="http://schemas.microsoft.com/office/drawing/2014/main" id="{9B974AE9-F2AD-48BC-A31E-B55389000821}"/>
              </a:ext>
            </a:extLst>
          </p:cNvPr>
          <p:cNvPicPr>
            <a:picLocks xmlns:a="http://schemas.openxmlformats.org/drawingml/2006/main" noChangeAspect="1"/>
          </p:cNvPicPr>
          <p:nvPr/>
        </p:nvPicPr>
        <p:blipFill>
          <a:blip xmlns:r="http://schemas.openxmlformats.org/officeDocument/2006/relationships" xmlns:a="http://schemas.openxmlformats.org/drawingml/2006/main" r:embed="Ra789d9b3e7044a88"/>
          <a:srcRect xmlns:a="http://schemas.openxmlformats.org/drawingml/2006/main" l="1000" t="52000" r="30000" b="36000"/>
          <a:stretch xmlns:a="http://schemas.openxmlformats.org/drawingml/2006/main"/>
        </p:blipFill>
        <p:spPr>
          <a:xfrm xmlns:a="http://schemas.openxmlformats.org/drawingml/2006/main">
            <a:off x="609600" y="3000375"/>
            <a:ext cx="10972800" cy="971550"/>
          </a:xfrm>
          <a:prstGeom xmlns:a="http://schemas.openxmlformats.org/drawingml/2006/main" prst="rect">
            <a:avLst/>
          </a:prstGeom>
        </p:spPr>
      </p:pic>
      <p:sp>
        <p:nvSpPr>
          <p:cNvPr id="7" name="After · 의미 검색 RAG  /  CPU 급증 매뉴얼 선택">
            <a:extLst xmlns:a="http://schemas.openxmlformats.org/drawingml/2006/main">
              <a:ext uri="{FF2B5EF4-FFF2-40B4-BE49-F238E27FC236}">
                <a16:creationId xmlns:a16="http://schemas.microsoft.com/office/drawing/2014/main" id="{EAF399CA-83CA-46B9-B1C7-703FA2308FE6}"/>
              </a:ext>
            </a:extLst>
          </p:cNvPr>
          <p:cNvSpPr>
            <a:spLocks xmlns:a="http://schemas.openxmlformats.org/drawingml/2006/main" noGrp="1"/>
          </p:cNvSpPr>
          <p:nvPr/>
        </p:nvSpPr>
        <p:spPr>
          <a:xfrm xmlns:a="http://schemas.openxmlformats.org/drawingml/2006/main">
            <a:off x="609600" y="41719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087D69"/>
                </a:solidFill>
                <a:latin typeface="Noto Sans KR"/>
                <a:ea typeface="Noto Sans KR"/>
                <a:cs typeface="Noto Sans KR"/>
              </a:defRPr>
            </a:defPPr>
            <a:lvl1pPr algn="l">
              <a:defRPr sz="2175" b="1">
                <a:solidFill>
                  <a:srgbClr val="087D69"/>
                </a:solidFill>
                <a:latin typeface="Noto Sans KR"/>
                <a:ea typeface="Noto Sans KR"/>
                <a:cs typeface="Noto Sans KR"/>
              </a:defRPr>
            </a:lvl1pPr>
            <a:lvl2pPr algn="l">
              <a:defRPr sz="2175" b="1">
                <a:solidFill>
                  <a:srgbClr val="087D69"/>
                </a:solidFill>
                <a:latin typeface="Noto Sans KR"/>
                <a:ea typeface="Noto Sans KR"/>
                <a:cs typeface="Noto Sans KR"/>
              </a:defRPr>
            </a:lvl2pPr>
            <a:lvl3pPr algn="l">
              <a:defRPr sz="2175" b="1">
                <a:solidFill>
                  <a:srgbClr val="087D69"/>
                </a:solidFill>
                <a:latin typeface="Noto Sans KR"/>
                <a:ea typeface="Noto Sans KR"/>
                <a:cs typeface="Noto Sans KR"/>
              </a:defRPr>
            </a:lvl3pPr>
            <a:lvl4pPr algn="l">
              <a:defRPr sz="2175" b="1">
                <a:solidFill>
                  <a:srgbClr val="087D69"/>
                </a:solidFill>
                <a:latin typeface="Noto Sans KR"/>
                <a:ea typeface="Noto Sans KR"/>
                <a:cs typeface="Noto Sans KR"/>
              </a:defRPr>
            </a:lvl4pPr>
            <a:lvl5pPr algn="l">
              <a:defRPr sz="2175" b="1">
                <a:solidFill>
                  <a:srgbClr val="087D69"/>
                </a:solidFill>
                <a:latin typeface="Noto Sans KR"/>
                <a:ea typeface="Noto Sans KR"/>
                <a:cs typeface="Noto Sans KR"/>
              </a:defRPr>
            </a:lvl5pPr>
            <a:lvl6pPr algn="l">
              <a:defRPr sz="2175" b="1">
                <a:solidFill>
                  <a:srgbClr val="087D69"/>
                </a:solidFill>
                <a:latin typeface="Noto Sans KR"/>
                <a:ea typeface="Noto Sans KR"/>
                <a:cs typeface="Noto Sans KR"/>
              </a:defRPr>
            </a:lvl6pPr>
            <a:lvl7pPr algn="l">
              <a:defRPr sz="2175" b="1">
                <a:solidFill>
                  <a:srgbClr val="087D69"/>
                </a:solidFill>
                <a:latin typeface="Noto Sans KR"/>
                <a:ea typeface="Noto Sans KR"/>
                <a:cs typeface="Noto Sans KR"/>
              </a:defRPr>
            </a:lvl7pPr>
            <a:lvl8pPr algn="l">
              <a:defRPr sz="2175" b="1">
                <a:solidFill>
                  <a:srgbClr val="087D69"/>
                </a:solidFill>
                <a:latin typeface="Noto Sans KR"/>
                <a:ea typeface="Noto Sans KR"/>
                <a:cs typeface="Noto Sans KR"/>
              </a:defRPr>
            </a:lvl8pPr>
            <a:lvl9pPr algn="l">
              <a:defRPr sz="2175" b="1">
                <a:solidFill>
                  <a:srgbClr val="087D69"/>
                </a:solidFill>
                <a:latin typeface="Noto Sans KR"/>
                <a:ea typeface="Noto Sans KR"/>
                <a:cs typeface="Noto Sans KR"/>
              </a:defRPr>
            </a:lvl9pPr>
          </a:lstStyle>
          <a:p xmlns:a="http://schemas.openxmlformats.org/drawingml/2006/main">
            <a:pPr algn="l">
              <a:defRPr sz="2175" b="1">
                <a:solidFill>
                  <a:srgbClr val="087D69"/>
                </a:solidFill>
                <a:latin typeface="Noto Sans KR"/>
                <a:ea typeface="Noto Sans KR"/>
                <a:cs typeface="Noto Sans KR"/>
              </a:defRPr>
            </a:pPr>
            <a:r>
              <a:rPr sz="2175" b="1">
                <a:solidFill>
                  <a:srgbClr val="087D69"/>
                </a:solidFill>
                <a:latin typeface="Noto Sans KR"/>
                <a:ea typeface="Noto Sans KR"/>
                <a:cs typeface="Noto Sans KR"/>
              </a:rPr>
              <a:t>After · 의미 검색 RAG  /  CPU 급증 매뉴얼 선택</a:t>
            </a:r>
          </a:p>
        </p:txBody>
      </p:sp>
      <p:pic>
        <p:nvPicPr>
          <p:cNvPr id="8" name="">
            <a:extLst xmlns:a="http://schemas.openxmlformats.org/drawingml/2006/main">
              <a:ext uri="{FF2B5EF4-FFF2-40B4-BE49-F238E27FC236}">
                <a16:creationId xmlns:a16="http://schemas.microsoft.com/office/drawing/2014/main" id="{CAC327CF-AD54-4E42-9C15-1483801A5552}"/>
              </a:ext>
            </a:extLst>
          </p:cNvPr>
          <p:cNvPicPr>
            <a:picLocks xmlns:a="http://schemas.openxmlformats.org/drawingml/2006/main" noChangeAspect="1"/>
          </p:cNvPicPr>
          <p:nvPr/>
        </p:nvPicPr>
        <p:blipFill>
          <a:blip xmlns:r="http://schemas.openxmlformats.org/officeDocument/2006/relationships" xmlns:a="http://schemas.openxmlformats.org/drawingml/2006/main" r:embed="Rc085cddb92dd4477"/>
          <a:srcRect xmlns:a="http://schemas.openxmlformats.org/drawingml/2006/main" l="1000" t="52000" r="30000" b="36000"/>
          <a:stretch xmlns:a="http://schemas.openxmlformats.org/drawingml/2006/main"/>
        </p:blipFill>
        <p:spPr>
          <a:xfrm xmlns:a="http://schemas.openxmlformats.org/drawingml/2006/main">
            <a:off x="609600" y="4667250"/>
            <a:ext cx="10972800" cy="971550"/>
          </a:xfrm>
          <a:prstGeom xmlns:a="http://schemas.openxmlformats.org/drawingml/2006/main" prst="rect">
            <a:avLst/>
          </a:prstGeom>
        </p:spPr>
      </p:pic>
      <p:sp>
        <p:nvSpPr>
          <p:cNvPr id="9" name="별도 한국어 6문항 정답 1/6 → 4/6. 화면은 fake 답">
            <a:extLst xmlns:a="http://schemas.openxmlformats.org/drawingml/2006/main">
              <a:ext uri="{FF2B5EF4-FFF2-40B4-BE49-F238E27FC236}">
                <a16:creationId xmlns:a16="http://schemas.microsoft.com/office/drawing/2014/main" id="{9EF6D1AD-69D1-4F93-A031-540D5BA40E2A}"/>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별도 한국어 6문항 정답 1/6 → 4/6. 화면은 fake 답변·실제 E5, 평가 집합과 별개.</a:t>
            </a:r>
          </a:p>
        </p:txBody>
      </p:sp>
    </p:spTree>
    <p:extLst>
      <p:ext uri="{BB962C8B-B14F-4D97-AF65-F5344CB8AC3E}">
        <p14:creationId xmlns:p14="http://schemas.microsoft.com/office/powerpoint/2010/main" val="6166573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087 신형섭">
            <a:extLst xmlns:a="http://schemas.openxmlformats.org/drawingml/2006/main">
              <a:ext uri="{FF2B5EF4-FFF2-40B4-BE49-F238E27FC236}">
                <a16:creationId xmlns:a16="http://schemas.microsoft.com/office/drawing/2014/main" id="{AAD4EF12-C0FE-4399-999F-DE28ECDD480B}"/>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최종 실행과 기능 개선 전후">
            <a:extLst xmlns:a="http://schemas.openxmlformats.org/drawingml/2006/main">
              <a:ext uri="{FF2B5EF4-FFF2-40B4-BE49-F238E27FC236}">
                <a16:creationId xmlns:a16="http://schemas.microsoft.com/office/drawing/2014/main" id="{870B4023-01A9-4528-BB35-8F89AE008AA8}"/>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최종 실행과 기능 개선 전후</a:t>
            </a:r>
          </a:p>
        </p:txBody>
      </p:sp>
      <p:sp>
        <p:nvSpPr>
          <p:cNvPr id="3" name="03">
            <a:extLst xmlns:a="http://schemas.openxmlformats.org/drawingml/2006/main">
              <a:ext uri="{FF2B5EF4-FFF2-40B4-BE49-F238E27FC236}">
                <a16:creationId xmlns:a16="http://schemas.microsoft.com/office/drawing/2014/main" id="{8916970B-5329-4DD9-8954-9A61BB5A4F7E}"/>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03</a:t>
            </a:r>
          </a:p>
        </p:txBody>
      </p:sp>
      <p:sp>
        <p:nvSpPr>
          <p:cNvPr id="4" name="기능별 동일 조건 비교 · 모델 교체 실험과 구분">
            <a:extLst xmlns:a="http://schemas.openxmlformats.org/drawingml/2006/main">
              <a:ext uri="{FF2B5EF4-FFF2-40B4-BE49-F238E27FC236}">
                <a16:creationId xmlns:a16="http://schemas.microsoft.com/office/drawing/2014/main" id="{1A64577A-2478-418A-AB7B-48950239EE78}"/>
              </a:ext>
            </a:extLst>
          </p:cNvPr>
          <p:cNvSpPr>
            <a:spLocks xmlns:a="http://schemas.openxmlformats.org/drawingml/2006/main" noGrp="1"/>
          </p:cNvSpPr>
          <p:nvPr/>
        </p:nvSpPr>
        <p:spPr>
          <a:xfrm xmlns:a="http://schemas.openxmlformats.org/drawingml/2006/main">
            <a:off x="609600" y="17526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087D69"/>
                </a:solidFill>
                <a:latin typeface="Noto Sans KR"/>
                <a:ea typeface="Noto Sans KR"/>
                <a:cs typeface="Noto Sans KR"/>
              </a:defRPr>
            </a:defPPr>
            <a:lvl1pPr algn="l">
              <a:defRPr sz="2175" b="1">
                <a:solidFill>
                  <a:srgbClr val="087D69"/>
                </a:solidFill>
                <a:latin typeface="Noto Sans KR"/>
                <a:ea typeface="Noto Sans KR"/>
                <a:cs typeface="Noto Sans KR"/>
              </a:defRPr>
            </a:lvl1pPr>
            <a:lvl2pPr algn="l">
              <a:defRPr sz="2175" b="1">
                <a:solidFill>
                  <a:srgbClr val="087D69"/>
                </a:solidFill>
                <a:latin typeface="Noto Sans KR"/>
                <a:ea typeface="Noto Sans KR"/>
                <a:cs typeface="Noto Sans KR"/>
              </a:defRPr>
            </a:lvl2pPr>
            <a:lvl3pPr algn="l">
              <a:defRPr sz="2175" b="1">
                <a:solidFill>
                  <a:srgbClr val="087D69"/>
                </a:solidFill>
                <a:latin typeface="Noto Sans KR"/>
                <a:ea typeface="Noto Sans KR"/>
                <a:cs typeface="Noto Sans KR"/>
              </a:defRPr>
            </a:lvl3pPr>
            <a:lvl4pPr algn="l">
              <a:defRPr sz="2175" b="1">
                <a:solidFill>
                  <a:srgbClr val="087D69"/>
                </a:solidFill>
                <a:latin typeface="Noto Sans KR"/>
                <a:ea typeface="Noto Sans KR"/>
                <a:cs typeface="Noto Sans KR"/>
              </a:defRPr>
            </a:lvl4pPr>
            <a:lvl5pPr algn="l">
              <a:defRPr sz="2175" b="1">
                <a:solidFill>
                  <a:srgbClr val="087D69"/>
                </a:solidFill>
                <a:latin typeface="Noto Sans KR"/>
                <a:ea typeface="Noto Sans KR"/>
                <a:cs typeface="Noto Sans KR"/>
              </a:defRPr>
            </a:lvl5pPr>
            <a:lvl6pPr algn="l">
              <a:defRPr sz="2175" b="1">
                <a:solidFill>
                  <a:srgbClr val="087D69"/>
                </a:solidFill>
                <a:latin typeface="Noto Sans KR"/>
                <a:ea typeface="Noto Sans KR"/>
                <a:cs typeface="Noto Sans KR"/>
              </a:defRPr>
            </a:lvl6pPr>
            <a:lvl7pPr algn="l">
              <a:defRPr sz="2175" b="1">
                <a:solidFill>
                  <a:srgbClr val="087D69"/>
                </a:solidFill>
                <a:latin typeface="Noto Sans KR"/>
                <a:ea typeface="Noto Sans KR"/>
                <a:cs typeface="Noto Sans KR"/>
              </a:defRPr>
            </a:lvl7pPr>
            <a:lvl8pPr algn="l">
              <a:defRPr sz="2175" b="1">
                <a:solidFill>
                  <a:srgbClr val="087D69"/>
                </a:solidFill>
                <a:latin typeface="Noto Sans KR"/>
                <a:ea typeface="Noto Sans KR"/>
                <a:cs typeface="Noto Sans KR"/>
              </a:defRPr>
            </a:lvl8pPr>
            <a:lvl9pPr algn="l">
              <a:defRPr sz="2175" b="1">
                <a:solidFill>
                  <a:srgbClr val="087D69"/>
                </a:solidFill>
                <a:latin typeface="Noto Sans KR"/>
                <a:ea typeface="Noto Sans KR"/>
                <a:cs typeface="Noto Sans KR"/>
              </a:defRPr>
            </a:lvl9pPr>
          </a:lstStyle>
          <a:p xmlns:a="http://schemas.openxmlformats.org/drawingml/2006/main">
            <a:pPr algn="l">
              <a:defRPr sz="2175" b="1">
                <a:solidFill>
                  <a:srgbClr val="087D69"/>
                </a:solidFill>
                <a:latin typeface="Noto Sans KR"/>
                <a:ea typeface="Noto Sans KR"/>
                <a:cs typeface="Noto Sans KR"/>
              </a:defRPr>
            </a:pPr>
            <a:r>
              <a:rPr sz="2175" b="1">
                <a:solidFill>
                  <a:srgbClr val="087D69"/>
                </a:solidFill>
                <a:latin typeface="Noto Sans KR"/>
                <a:ea typeface="Noto Sans KR"/>
                <a:cs typeface="Noto Sans KR"/>
              </a:rPr>
              <a:t>기능별 동일 조건 비교 · 모델 교체 실험과 구분</a:t>
            </a:r>
          </a:p>
        </p:txBody>
      </p:sp>
      <p:pic>
        <p:nvPicPr>
          <p:cNvPr id="5" name="">
            <a:extLst xmlns:a="http://schemas.openxmlformats.org/drawingml/2006/main">
              <a:ext uri="{FF2B5EF4-FFF2-40B4-BE49-F238E27FC236}">
                <a16:creationId xmlns:a16="http://schemas.microsoft.com/office/drawing/2014/main" id="{2BDA09E3-FDEC-49BF-B87F-10A959FF5D29}"/>
              </a:ext>
            </a:extLst>
          </p:cNvPr>
          <p:cNvPicPr>
            <a:picLocks xmlns:a="http://schemas.openxmlformats.org/drawingml/2006/main" noChangeAspect="1"/>
          </p:cNvPicPr>
          <p:nvPr/>
        </p:nvPicPr>
        <p:blipFill>
          <a:blip xmlns:r="http://schemas.openxmlformats.org/officeDocument/2006/relationships" xmlns:a="http://schemas.openxmlformats.org/drawingml/2006/main" r:embed="Rf31824f27c6043a1"/>
          <a:stretch xmlns:a="http://schemas.openxmlformats.org/drawingml/2006/main"/>
        </p:blipFill>
        <p:spPr>
          <a:xfrm xmlns:a="http://schemas.openxmlformats.org/drawingml/2006/main">
            <a:off x="610065" y="2514600"/>
            <a:ext cx="4761571" cy="2324100"/>
          </a:xfrm>
          <a:prstGeom xmlns:a="http://schemas.openxmlformats.org/drawingml/2006/main" prst="rect">
            <a:avLst/>
          </a:prstGeom>
        </p:spPr>
      </p:pic>
      <p:sp>
        <p:nvSpPr>
          <p:cNvPr id="6" name="최종 실행 예시 · 실제 Qwen 8B&#10;합성 근거 · 출처·한계">
            <a:extLst xmlns:a="http://schemas.openxmlformats.org/drawingml/2006/main">
              <a:ext uri="{FF2B5EF4-FFF2-40B4-BE49-F238E27FC236}">
                <a16:creationId xmlns:a16="http://schemas.microsoft.com/office/drawing/2014/main" id="{8A27BCE1-B30D-4FE5-8ABF-889EF5C625C7}"/>
              </a:ext>
            </a:extLst>
          </p:cNvPr>
          <p:cNvSpPr>
            <a:spLocks xmlns:a="http://schemas.openxmlformats.org/drawingml/2006/main" noGrp="1"/>
          </p:cNvSpPr>
          <p:nvPr/>
        </p:nvSpPr>
        <p:spPr>
          <a:xfrm xmlns:a="http://schemas.openxmlformats.org/drawingml/2006/main">
            <a:off x="609600" y="5095875"/>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0">
                <a:solidFill>
                  <a:srgbClr val="526A77"/>
                </a:solidFill>
                <a:latin typeface="Noto Sans KR"/>
                <a:ea typeface="Noto Sans KR"/>
                <a:cs typeface="Noto Sans KR"/>
              </a:defRPr>
            </a:defPPr>
            <a:lvl1pPr algn="l">
              <a:defRPr sz="1725" b="0">
                <a:solidFill>
                  <a:srgbClr val="526A77"/>
                </a:solidFill>
                <a:latin typeface="Noto Sans KR"/>
                <a:ea typeface="Noto Sans KR"/>
                <a:cs typeface="Noto Sans KR"/>
              </a:defRPr>
            </a:lvl1pPr>
            <a:lvl2pPr algn="l">
              <a:defRPr sz="1725" b="0">
                <a:solidFill>
                  <a:srgbClr val="526A77"/>
                </a:solidFill>
                <a:latin typeface="Noto Sans KR"/>
                <a:ea typeface="Noto Sans KR"/>
                <a:cs typeface="Noto Sans KR"/>
              </a:defRPr>
            </a:lvl2pPr>
            <a:lvl3pPr algn="l">
              <a:defRPr sz="1725" b="0">
                <a:solidFill>
                  <a:srgbClr val="526A77"/>
                </a:solidFill>
                <a:latin typeface="Noto Sans KR"/>
                <a:ea typeface="Noto Sans KR"/>
                <a:cs typeface="Noto Sans KR"/>
              </a:defRPr>
            </a:lvl3pPr>
            <a:lvl4pPr algn="l">
              <a:defRPr sz="1725" b="0">
                <a:solidFill>
                  <a:srgbClr val="526A77"/>
                </a:solidFill>
                <a:latin typeface="Noto Sans KR"/>
                <a:ea typeface="Noto Sans KR"/>
                <a:cs typeface="Noto Sans KR"/>
              </a:defRPr>
            </a:lvl4pPr>
            <a:lvl5pPr algn="l">
              <a:defRPr sz="1725" b="0">
                <a:solidFill>
                  <a:srgbClr val="526A77"/>
                </a:solidFill>
                <a:latin typeface="Noto Sans KR"/>
                <a:ea typeface="Noto Sans KR"/>
                <a:cs typeface="Noto Sans KR"/>
              </a:defRPr>
            </a:lvl5pPr>
            <a:lvl6pPr algn="l">
              <a:defRPr sz="1725" b="0">
                <a:solidFill>
                  <a:srgbClr val="526A77"/>
                </a:solidFill>
                <a:latin typeface="Noto Sans KR"/>
                <a:ea typeface="Noto Sans KR"/>
                <a:cs typeface="Noto Sans KR"/>
              </a:defRPr>
            </a:lvl6pPr>
            <a:lvl7pPr algn="l">
              <a:defRPr sz="1725" b="0">
                <a:solidFill>
                  <a:srgbClr val="526A77"/>
                </a:solidFill>
                <a:latin typeface="Noto Sans KR"/>
                <a:ea typeface="Noto Sans KR"/>
                <a:cs typeface="Noto Sans KR"/>
              </a:defRPr>
            </a:lvl7pPr>
            <a:lvl8pPr algn="l">
              <a:defRPr sz="1725" b="0">
                <a:solidFill>
                  <a:srgbClr val="526A77"/>
                </a:solidFill>
                <a:latin typeface="Noto Sans KR"/>
                <a:ea typeface="Noto Sans KR"/>
                <a:cs typeface="Noto Sans KR"/>
              </a:defRPr>
            </a:lvl8pPr>
            <a:lvl9pPr algn="l">
              <a:defRPr sz="1725" b="0">
                <a:solidFill>
                  <a:srgbClr val="526A77"/>
                </a:solidFill>
                <a:latin typeface="Noto Sans KR"/>
                <a:ea typeface="Noto Sans KR"/>
                <a:cs typeface="Noto Sans KR"/>
              </a:defRPr>
            </a:lvl9pPr>
          </a:lstStyle>
          <a:p xmlns:a="http://schemas.openxmlformats.org/drawingml/2006/main">
            <a:pPr algn="l">
              <a:defRPr sz="1725" b="0">
                <a:solidFill>
                  <a:srgbClr val="526A77"/>
                </a:solidFill>
                <a:latin typeface="Noto Sans KR"/>
                <a:ea typeface="Noto Sans KR"/>
                <a:cs typeface="Noto Sans KR"/>
              </a:defRPr>
            </a:pPr>
            <a:r>
              <a:rPr sz="1725" b="0">
                <a:solidFill>
                  <a:srgbClr val="526A77"/>
                </a:solidFill>
                <a:latin typeface="Noto Sans KR"/>
                <a:ea typeface="Noto Sans KR"/>
                <a:cs typeface="Noto Sans KR"/>
              </a:rPr>
              <a:t>최종 실행 예시 · 실제 Qwen 8B</a:t>
            </a:r>
          </a:p>
          <a:p xmlns:a="http://schemas.openxmlformats.org/drawingml/2006/main">
            <a:pPr algn="l">
              <a:defRPr sz="1725" b="0">
                <a:solidFill>
                  <a:srgbClr val="526A77"/>
                </a:solidFill>
                <a:latin typeface="Noto Sans KR"/>
                <a:ea typeface="Noto Sans KR"/>
                <a:cs typeface="Noto Sans KR"/>
              </a:defRPr>
            </a:pPr>
            <a:r>
              <a:rPr sz="1725" b="0">
                <a:solidFill>
                  <a:srgbClr val="526A77"/>
                </a:solidFill>
                <a:latin typeface="Noto Sans KR"/>
                <a:ea typeface="Noto Sans KR"/>
                <a:cs typeface="Noto Sans KR"/>
              </a:rPr>
              <a:t>합성 근거 · 출처·한계 · 미실행 권고</a:t>
            </a:r>
          </a:p>
        </p:txBody>
      </p:sp>
      <p:graphicFrame>
        <p:nvGraphicFramePr>
          <p:cNvPr id="7" name="">
            <a:extLst xmlns:a="http://schemas.openxmlformats.org/drawingml/2006/main">
              <a:ext uri="{FF2B5EF4-FFF2-40B4-BE49-F238E27FC236}">
                <a16:creationId xmlns:a16="http://schemas.microsoft.com/office/drawing/2014/main" id="{EA911190-CC4A-48CF-AAF1-9CFD8C249293}"/>
              </a:ext>
            </a:extLst>
          </p:cNvPr>
          <p:cNvGraphicFramePr/>
          <p:nvPr/>
        </p:nvGraphicFramePr>
        <p:xfrm>
          <a:off xmlns:a="http://schemas.openxmlformats.org/drawingml/2006/main" x="5715000" y="2514600"/>
          <a:ext xmlns:a="http://schemas.openxmlformats.org/drawingml/2006/main" cx="5867400" cy="2524125"/>
        </p:xfrm>
        <a:graphic xmlns:a="http://schemas.openxmlformats.org/drawingml/2006/main">
          <a:graphicData uri="http://schemas.openxmlformats.org/drawingml/2006/table">
            <a:tbl>
              <a:tblPr firstRow="0" bandRow="0"/>
              <a:tblGrid>
                <a:gridCol w="3009900"/>
                <a:gridCol w="1428750"/>
                <a:gridCol w="1428750"/>
              </a:tblGrid>
              <a:tr h="631031">
                <a:tc>
                  <a:txBody>
                    <a:bodyPr/>
                    <a:lstStyle/>
                    <a:p>
                      <a:r>
                        <a:rPr sz="1875" b="1">
                          <a:solidFill>
                            <a:srgbClr val="FFFFFF"/>
                          </a:solidFill>
                          <a:latin typeface="Noto Sans KR"/>
                          <a:ea typeface="Noto Sans KR"/>
                          <a:cs typeface="Noto Sans KR"/>
                        </a:rPr>
                        <a:t>검증 항목</a:t>
                      </a:r>
                    </a:p>
                  </a:txBody>
                  <a:tcPr marL="91440" marR="91440" marT="45720" marB="45720">
                    <a:lnL w="5715">
                      <a:solidFill>
                        <a:srgbClr val="D6E4DF"/>
                      </a:solidFill>
                      <a:prstDash val="solid"/>
                    </a:lnL>
                    <a:lnR w="5715">
                      <a:solidFill>
                        <a:srgbClr val="D6E4DF"/>
                      </a:solidFill>
                      <a:prstDash val="solid"/>
                    </a:lnR>
                    <a:lnT w="5715">
                      <a:solidFill>
                        <a:srgbClr val="D6E4DF"/>
                      </a:solidFill>
                      <a:prstDash val="solid"/>
                    </a:lnT>
                    <a:lnB w="5715">
                      <a:solidFill>
                        <a:srgbClr val="D6E4DF"/>
                      </a:solidFill>
                      <a:prstDash val="solid"/>
                    </a:lnB>
                    <a:solidFill>
                      <a:srgbClr val="173343"/>
                    </a:solidFill>
                  </a:tcPr>
                </a:tc>
                <a:tc>
                  <a:txBody>
                    <a:bodyPr/>
                    <a:lstStyle/>
                    <a:p>
                      <a:r>
                        <a:rPr sz="1875" b="1">
                          <a:solidFill>
                            <a:srgbClr val="FFFFFF"/>
                          </a:solidFill>
                          <a:latin typeface="Noto Sans KR"/>
                          <a:ea typeface="Noto Sans KR"/>
                          <a:cs typeface="Noto Sans KR"/>
                        </a:rPr>
                        <a:t>개선 전</a:t>
                      </a:r>
                    </a:p>
                  </a:txBody>
                  <a:tcPr marL="91440" marR="91440" marT="45720" marB="45720">
                    <a:lnR w="5715">
                      <a:solidFill>
                        <a:srgbClr val="D6E4DF"/>
                      </a:solidFill>
                      <a:prstDash val="solid"/>
                    </a:lnR>
                    <a:lnT w="5715">
                      <a:solidFill>
                        <a:srgbClr val="D6E4DF"/>
                      </a:solidFill>
                      <a:prstDash val="solid"/>
                    </a:lnT>
                    <a:lnB w="5715">
                      <a:solidFill>
                        <a:srgbClr val="D6E4DF"/>
                      </a:solidFill>
                      <a:prstDash val="solid"/>
                    </a:lnB>
                    <a:solidFill>
                      <a:srgbClr val="173343"/>
                    </a:solidFill>
                  </a:tcPr>
                </a:tc>
                <a:tc>
                  <a:txBody>
                    <a:bodyPr/>
                    <a:lstStyle/>
                    <a:p>
                      <a:r>
                        <a:rPr sz="1875" b="1">
                          <a:solidFill>
                            <a:srgbClr val="FFFFFF"/>
                          </a:solidFill>
                          <a:latin typeface="Noto Sans KR"/>
                          <a:ea typeface="Noto Sans KR"/>
                          <a:cs typeface="Noto Sans KR"/>
                        </a:rPr>
                        <a:t>개선 후</a:t>
                      </a:r>
                    </a:p>
                  </a:txBody>
                  <a:tcPr marL="91440" marR="91440" marT="45720" marB="45720">
                    <a:lnR w="5715">
                      <a:solidFill>
                        <a:srgbClr val="D6E4DF"/>
                      </a:solidFill>
                      <a:prstDash val="solid"/>
                    </a:lnR>
                    <a:lnT w="5715">
                      <a:solidFill>
                        <a:srgbClr val="D6E4DF"/>
                      </a:solidFill>
                      <a:prstDash val="solid"/>
                    </a:lnT>
                    <a:lnB w="5715">
                      <a:solidFill>
                        <a:srgbClr val="D6E4DF"/>
                      </a:solidFill>
                      <a:prstDash val="solid"/>
                    </a:lnB>
                    <a:solidFill>
                      <a:srgbClr val="173343"/>
                    </a:solidFill>
                  </a:tcPr>
                </a:tc>
              </a:tr>
              <a:tr h="631031">
                <a:tc>
                  <a:txBody>
                    <a:bodyPr/>
                    <a:lstStyle/>
                    <a:p>
                      <a:r>
                        <a:rPr sz="1875" b="0">
                          <a:solidFill>
                            <a:srgbClr val="173343"/>
                          </a:solidFill>
                          <a:latin typeface="Noto Sans KR"/>
                          <a:ea typeface="Noto Sans KR"/>
                          <a:cs typeface="Noto Sans KR"/>
                        </a:rPr>
                        <a:t>잘못된 대상 조회</a:t>
                      </a:r>
                    </a:p>
                  </a:txBody>
                  <a:tcPr marL="91440" marR="91440" marT="45720" marB="45720">
                    <a:lnL w="5715">
                      <a:solidFill>
                        <a:srgbClr val="D6E4DF"/>
                      </a:solidFill>
                      <a:prstDash val="solid"/>
                    </a:lnL>
                    <a:lnR w="5715">
                      <a:solidFill>
                        <a:srgbClr val="D6E4DF"/>
                      </a:solidFill>
                      <a:prstDash val="solid"/>
                    </a:lnR>
                    <a:lnB w="5715">
                      <a:solidFill>
                        <a:srgbClr val="D6E4DF"/>
                      </a:solidFill>
                      <a:prstDash val="solid"/>
                    </a:lnB>
                    <a:solidFill>
                      <a:srgbClr val="FFFFFF"/>
                    </a:solidFill>
                  </a:tcPr>
                </a:tc>
                <a:tc>
                  <a:txBody>
                    <a:bodyPr/>
                    <a:lstStyle/>
                    <a:p>
                      <a:r>
                        <a:rPr sz="1875" b="0">
                          <a:solidFill>
                            <a:srgbClr val="173343"/>
                          </a:solidFill>
                          <a:latin typeface="Noto Sans KR"/>
                          <a:ea typeface="Noto Sans KR"/>
                          <a:cs typeface="Noto Sans KR"/>
                        </a:rPr>
                        <a:t>2/2</a:t>
                      </a:r>
                    </a:p>
                  </a:txBody>
                  <a:tcPr marL="91440" marR="91440" marT="45720" marB="45720">
                    <a:lnR w="5715">
                      <a:solidFill>
                        <a:srgbClr val="D6E4DF"/>
                      </a:solidFill>
                      <a:prstDash val="solid"/>
                    </a:lnR>
                    <a:lnB w="5715">
                      <a:solidFill>
                        <a:srgbClr val="D6E4DF"/>
                      </a:solidFill>
                      <a:prstDash val="solid"/>
                    </a:lnB>
                    <a:solidFill>
                      <a:srgbClr val="FFFFFF"/>
                    </a:solidFill>
                  </a:tcPr>
                </a:tc>
                <a:tc>
                  <a:txBody>
                    <a:bodyPr/>
                    <a:lstStyle/>
                    <a:p>
                      <a:r>
                        <a:rPr sz="1875" b="0">
                          <a:solidFill>
                            <a:srgbClr val="173343"/>
                          </a:solidFill>
                          <a:latin typeface="Noto Sans KR"/>
                          <a:ea typeface="Noto Sans KR"/>
                          <a:cs typeface="Noto Sans KR"/>
                        </a:rPr>
                        <a:t>0/2</a:t>
                      </a:r>
                    </a:p>
                  </a:txBody>
                  <a:tcPr marL="91440" marR="91440" marT="45720" marB="45720">
                    <a:lnR w="5715">
                      <a:solidFill>
                        <a:srgbClr val="D6E4DF"/>
                      </a:solidFill>
                      <a:prstDash val="solid"/>
                    </a:lnR>
                    <a:lnB w="5715">
                      <a:solidFill>
                        <a:srgbClr val="D6E4DF"/>
                      </a:solidFill>
                      <a:prstDash val="solid"/>
                    </a:lnB>
                    <a:solidFill>
                      <a:srgbClr val="FFFFFF"/>
                    </a:solidFill>
                  </a:tcPr>
                </a:tc>
              </a:tr>
              <a:tr h="631031">
                <a:tc>
                  <a:txBody>
                    <a:bodyPr/>
                    <a:lstStyle/>
                    <a:p>
                      <a:r>
                        <a:rPr sz="1875" b="0">
                          <a:solidFill>
                            <a:srgbClr val="173343"/>
                          </a:solidFill>
                          <a:latin typeface="Noto Sans KR"/>
                          <a:ea typeface="Noto Sans KR"/>
                          <a:cs typeface="Noto Sans KR"/>
                        </a:rPr>
                        <a:t>확보한 출처 종류</a:t>
                      </a:r>
                    </a:p>
                  </a:txBody>
                  <a:tcPr marL="91440" marR="91440" marT="45720" marB="45720">
                    <a:lnL w="5715">
                      <a:solidFill>
                        <a:srgbClr val="D6E4DF"/>
                      </a:solidFill>
                      <a:prstDash val="solid"/>
                    </a:lnL>
                    <a:lnR w="5715">
                      <a:solidFill>
                        <a:srgbClr val="D6E4DF"/>
                      </a:solidFill>
                      <a:prstDash val="solid"/>
                    </a:lnR>
                    <a:lnB w="5715">
                      <a:solidFill>
                        <a:srgbClr val="D6E4DF"/>
                      </a:solidFill>
                      <a:prstDash val="solid"/>
                    </a:lnB>
                    <a:solidFill>
                      <a:srgbClr val="FFFFFF"/>
                    </a:solidFill>
                  </a:tcPr>
                </a:tc>
                <a:tc>
                  <a:txBody>
                    <a:bodyPr/>
                    <a:lstStyle/>
                    <a:p>
                      <a:r>
                        <a:rPr sz="1875" b="0">
                          <a:solidFill>
                            <a:srgbClr val="173343"/>
                          </a:solidFill>
                          <a:latin typeface="Noto Sans KR"/>
                          <a:ea typeface="Noto Sans KR"/>
                          <a:cs typeface="Noto Sans KR"/>
                        </a:rPr>
                        <a:t>2/3</a:t>
                      </a:r>
                    </a:p>
                  </a:txBody>
                  <a:tcPr marL="91440" marR="91440" marT="45720" marB="45720">
                    <a:lnR w="5715">
                      <a:solidFill>
                        <a:srgbClr val="D6E4DF"/>
                      </a:solidFill>
                      <a:prstDash val="solid"/>
                    </a:lnR>
                    <a:lnB w="5715">
                      <a:solidFill>
                        <a:srgbClr val="D6E4DF"/>
                      </a:solidFill>
                      <a:prstDash val="solid"/>
                    </a:lnB>
                    <a:solidFill>
                      <a:srgbClr val="FFFFFF"/>
                    </a:solidFill>
                  </a:tcPr>
                </a:tc>
                <a:tc>
                  <a:txBody>
                    <a:bodyPr/>
                    <a:lstStyle/>
                    <a:p>
                      <a:r>
                        <a:rPr sz="1875" b="0">
                          <a:solidFill>
                            <a:srgbClr val="173343"/>
                          </a:solidFill>
                          <a:latin typeface="Noto Sans KR"/>
                          <a:ea typeface="Noto Sans KR"/>
                          <a:cs typeface="Noto Sans KR"/>
                        </a:rPr>
                        <a:t>3/3</a:t>
                      </a:r>
                    </a:p>
                  </a:txBody>
                  <a:tcPr marL="91440" marR="91440" marT="45720" marB="45720">
                    <a:lnR w="5715">
                      <a:solidFill>
                        <a:srgbClr val="D6E4DF"/>
                      </a:solidFill>
                      <a:prstDash val="solid"/>
                    </a:lnR>
                    <a:lnB w="5715">
                      <a:solidFill>
                        <a:srgbClr val="D6E4DF"/>
                      </a:solidFill>
                      <a:prstDash val="solid"/>
                    </a:lnB>
                    <a:solidFill>
                      <a:srgbClr val="FFFFFF"/>
                    </a:solidFill>
                  </a:tcPr>
                </a:tc>
              </a:tr>
              <a:tr h="631031">
                <a:tc>
                  <a:txBody>
                    <a:bodyPr/>
                    <a:lstStyle/>
                    <a:p>
                      <a:r>
                        <a:rPr sz="1875" b="0">
                          <a:solidFill>
                            <a:srgbClr val="173343"/>
                          </a:solidFill>
                          <a:latin typeface="Noto Sans KR"/>
                          <a:ea typeface="Noto Sans KR"/>
                          <a:cs typeface="Noto Sans KR"/>
                        </a:rPr>
                        <a:t>과거 사실 회수</a:t>
                      </a:r>
                    </a:p>
                  </a:txBody>
                  <a:tcPr marL="91440" marR="91440" marT="45720" marB="45720">
                    <a:lnL w="5715">
                      <a:solidFill>
                        <a:srgbClr val="D6E4DF"/>
                      </a:solidFill>
                      <a:prstDash val="solid"/>
                    </a:lnL>
                    <a:lnR w="5715">
                      <a:solidFill>
                        <a:srgbClr val="D6E4DF"/>
                      </a:solidFill>
                      <a:prstDash val="solid"/>
                    </a:lnR>
                    <a:lnB w="5715">
                      <a:solidFill>
                        <a:srgbClr val="D6E4DF"/>
                      </a:solidFill>
                      <a:prstDash val="solid"/>
                    </a:lnB>
                    <a:solidFill>
                      <a:srgbClr val="FFFFFF"/>
                    </a:solidFill>
                  </a:tcPr>
                </a:tc>
                <a:tc>
                  <a:txBody>
                    <a:bodyPr/>
                    <a:lstStyle/>
                    <a:p>
                      <a:r>
                        <a:rPr sz="1875" b="0">
                          <a:solidFill>
                            <a:srgbClr val="173343"/>
                          </a:solidFill>
                          <a:latin typeface="Noto Sans KR"/>
                          <a:ea typeface="Noto Sans KR"/>
                          <a:cs typeface="Noto Sans KR"/>
                        </a:rPr>
                        <a:t>0/5</a:t>
                      </a:r>
                    </a:p>
                  </a:txBody>
                  <a:tcPr marL="91440" marR="91440" marT="45720" marB="45720">
                    <a:lnR w="5715">
                      <a:solidFill>
                        <a:srgbClr val="D6E4DF"/>
                      </a:solidFill>
                      <a:prstDash val="solid"/>
                    </a:lnR>
                    <a:lnB w="5715">
                      <a:solidFill>
                        <a:srgbClr val="D6E4DF"/>
                      </a:solidFill>
                      <a:prstDash val="solid"/>
                    </a:lnB>
                    <a:solidFill>
                      <a:srgbClr val="FFFFFF"/>
                    </a:solidFill>
                  </a:tcPr>
                </a:tc>
                <a:tc>
                  <a:txBody>
                    <a:bodyPr/>
                    <a:lstStyle/>
                    <a:p>
                      <a:r>
                        <a:rPr sz="1875" b="0">
                          <a:solidFill>
                            <a:srgbClr val="173343"/>
                          </a:solidFill>
                          <a:latin typeface="Noto Sans KR"/>
                          <a:ea typeface="Noto Sans KR"/>
                          <a:cs typeface="Noto Sans KR"/>
                        </a:rPr>
                        <a:t>5/5</a:t>
                      </a:r>
                    </a:p>
                  </a:txBody>
                  <a:tcPr marL="91440" marR="91440" marT="45720" marB="45720">
                    <a:lnR w="5715">
                      <a:solidFill>
                        <a:srgbClr val="D6E4DF"/>
                      </a:solidFill>
                      <a:prstDash val="solid"/>
                    </a:lnR>
                    <a:lnB w="5715">
                      <a:solidFill>
                        <a:srgbClr val="D6E4DF"/>
                      </a:solidFill>
                      <a:prstDash val="solid"/>
                    </a:lnB>
                    <a:solidFill>
                      <a:srgbClr val="FFFFFF"/>
                    </a:solidFill>
                  </a:tcPr>
                </a:tc>
              </a:tr>
            </a:tbl>
          </a:graphicData>
        </a:graphic>
      </p:graphicFrame>
      <p:sp>
        <p:nvSpPr>
          <p:cNvPr id="8" name="요약 실험 총 토큰 +147.8%&#10;다른 Qwen 대화 이력에서는">
            <a:extLst xmlns:a="http://schemas.openxmlformats.org/drawingml/2006/main">
              <a:ext uri="{FF2B5EF4-FFF2-40B4-BE49-F238E27FC236}">
                <a16:creationId xmlns:a16="http://schemas.microsoft.com/office/drawing/2014/main" id="{7EB28ADC-D18C-41BF-8123-471FEF863FC5}"/>
              </a:ext>
            </a:extLst>
          </p:cNvPr>
          <p:cNvSpPr>
            <a:spLocks xmlns:a="http://schemas.openxmlformats.org/drawingml/2006/main" noGrp="1"/>
          </p:cNvSpPr>
          <p:nvPr/>
        </p:nvSpPr>
        <p:spPr>
          <a:xfrm xmlns:a="http://schemas.openxmlformats.org/drawingml/2006/main">
            <a:off x="5715000" y="5238750"/>
            <a:ext cx="586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0">
                <a:solidFill>
                  <a:srgbClr val="B25546"/>
                </a:solidFill>
                <a:latin typeface="Noto Sans KR"/>
                <a:ea typeface="Noto Sans KR"/>
                <a:cs typeface="Noto Sans KR"/>
              </a:defRPr>
            </a:defPPr>
            <a:lvl1pPr algn="l">
              <a:defRPr sz="1725" b="0">
                <a:solidFill>
                  <a:srgbClr val="B25546"/>
                </a:solidFill>
                <a:latin typeface="Noto Sans KR"/>
                <a:ea typeface="Noto Sans KR"/>
                <a:cs typeface="Noto Sans KR"/>
              </a:defRPr>
            </a:lvl1pPr>
            <a:lvl2pPr algn="l">
              <a:defRPr sz="1725" b="0">
                <a:solidFill>
                  <a:srgbClr val="B25546"/>
                </a:solidFill>
                <a:latin typeface="Noto Sans KR"/>
                <a:ea typeface="Noto Sans KR"/>
                <a:cs typeface="Noto Sans KR"/>
              </a:defRPr>
            </a:lvl2pPr>
            <a:lvl3pPr algn="l">
              <a:defRPr sz="1725" b="0">
                <a:solidFill>
                  <a:srgbClr val="B25546"/>
                </a:solidFill>
                <a:latin typeface="Noto Sans KR"/>
                <a:ea typeface="Noto Sans KR"/>
                <a:cs typeface="Noto Sans KR"/>
              </a:defRPr>
            </a:lvl3pPr>
            <a:lvl4pPr algn="l">
              <a:defRPr sz="1725" b="0">
                <a:solidFill>
                  <a:srgbClr val="B25546"/>
                </a:solidFill>
                <a:latin typeface="Noto Sans KR"/>
                <a:ea typeface="Noto Sans KR"/>
                <a:cs typeface="Noto Sans KR"/>
              </a:defRPr>
            </a:lvl4pPr>
            <a:lvl5pPr algn="l">
              <a:defRPr sz="1725" b="0">
                <a:solidFill>
                  <a:srgbClr val="B25546"/>
                </a:solidFill>
                <a:latin typeface="Noto Sans KR"/>
                <a:ea typeface="Noto Sans KR"/>
                <a:cs typeface="Noto Sans KR"/>
              </a:defRPr>
            </a:lvl5pPr>
            <a:lvl6pPr algn="l">
              <a:defRPr sz="1725" b="0">
                <a:solidFill>
                  <a:srgbClr val="B25546"/>
                </a:solidFill>
                <a:latin typeface="Noto Sans KR"/>
                <a:ea typeface="Noto Sans KR"/>
                <a:cs typeface="Noto Sans KR"/>
              </a:defRPr>
            </a:lvl6pPr>
            <a:lvl7pPr algn="l">
              <a:defRPr sz="1725" b="0">
                <a:solidFill>
                  <a:srgbClr val="B25546"/>
                </a:solidFill>
                <a:latin typeface="Noto Sans KR"/>
                <a:ea typeface="Noto Sans KR"/>
                <a:cs typeface="Noto Sans KR"/>
              </a:defRPr>
            </a:lvl7pPr>
            <a:lvl8pPr algn="l">
              <a:defRPr sz="1725" b="0">
                <a:solidFill>
                  <a:srgbClr val="B25546"/>
                </a:solidFill>
                <a:latin typeface="Noto Sans KR"/>
                <a:ea typeface="Noto Sans KR"/>
                <a:cs typeface="Noto Sans KR"/>
              </a:defRPr>
            </a:lvl8pPr>
            <a:lvl9pPr algn="l">
              <a:defRPr sz="1725" b="0">
                <a:solidFill>
                  <a:srgbClr val="B25546"/>
                </a:solidFill>
                <a:latin typeface="Noto Sans KR"/>
                <a:ea typeface="Noto Sans KR"/>
                <a:cs typeface="Noto Sans KR"/>
              </a:defRPr>
            </a:lvl9pPr>
          </a:lstStyle>
          <a:p xmlns:a="http://schemas.openxmlformats.org/drawingml/2006/main">
            <a:pPr algn="l">
              <a:defRPr sz="1725" b="0">
                <a:solidFill>
                  <a:srgbClr val="B25546"/>
                </a:solidFill>
                <a:latin typeface="Noto Sans KR"/>
                <a:ea typeface="Noto Sans KR"/>
                <a:cs typeface="Noto Sans KR"/>
              </a:defRPr>
            </a:pPr>
            <a:r>
              <a:rPr sz="1725" b="0">
                <a:solidFill>
                  <a:srgbClr val="B25546"/>
                </a:solidFill>
                <a:latin typeface="Noto Sans KR"/>
                <a:ea typeface="Noto Sans KR"/>
                <a:cs typeface="Noto Sans KR"/>
              </a:rPr>
              <a:t>요약 실험 총 토큰 +147.8%</a:t>
            </a:r>
          </a:p>
          <a:p xmlns:a="http://schemas.openxmlformats.org/drawingml/2006/main">
            <a:pPr algn="l">
              <a:defRPr sz="1725" b="0">
                <a:solidFill>
                  <a:srgbClr val="B25546"/>
                </a:solidFill>
                <a:latin typeface="Noto Sans KR"/>
                <a:ea typeface="Noto Sans KR"/>
                <a:cs typeface="Noto Sans KR"/>
              </a:defRPr>
            </a:pPr>
            <a:r>
              <a:rPr sz="1725" b="0">
                <a:solidFill>
                  <a:srgbClr val="B25546"/>
                </a:solidFill>
                <a:latin typeface="Noto Sans KR"/>
                <a:ea typeface="Noto Sans KR"/>
                <a:cs typeface="Noto Sans KR"/>
              </a:rPr>
              <a:t>다른 Qwen 대화 이력에서는 회상 실패</a:t>
            </a:r>
          </a:p>
        </p:txBody>
      </p:sp>
      <p:sp>
        <p:nvSpPr>
          <p:cNvPr id="9" name="각 행은 별도 실험. 대상 조회·출처는 fake, 사실 회수는 ">
            <a:extLst xmlns:a="http://schemas.openxmlformats.org/drawingml/2006/main">
              <a:ext uri="{FF2B5EF4-FFF2-40B4-BE49-F238E27FC236}">
                <a16:creationId xmlns:a16="http://schemas.microsoft.com/office/drawing/2014/main" id="{53E8C419-36A4-42A1-A4AA-BADE925A21F0}"/>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각 행은 별도 실험. 대상 조회·출처는 fake, 사실 회수는 동일 Qwen 8B. 왼쪽 실행 화면과 별개입니다.</a:t>
            </a:r>
          </a:p>
        </p:txBody>
      </p:sp>
    </p:spTree>
    <p:extLst>
      <p:ext uri="{BB962C8B-B14F-4D97-AF65-F5344CB8AC3E}">
        <p14:creationId xmlns:p14="http://schemas.microsoft.com/office/powerpoint/2010/main" val="14346515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087 신형섭">
            <a:extLst xmlns:a="http://schemas.openxmlformats.org/drawingml/2006/main">
              <a:ext uri="{FF2B5EF4-FFF2-40B4-BE49-F238E27FC236}">
                <a16:creationId xmlns:a16="http://schemas.microsoft.com/office/drawing/2014/main" id="{66BC2C5E-190B-45EC-BEFA-70A17777A3DB}"/>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Graph: 조사와 재계획의 연결">
            <a:extLst xmlns:a="http://schemas.openxmlformats.org/drawingml/2006/main">
              <a:ext uri="{FF2B5EF4-FFF2-40B4-BE49-F238E27FC236}">
                <a16:creationId xmlns:a16="http://schemas.microsoft.com/office/drawing/2014/main" id="{8E3705DC-2099-4542-A86E-D684965F420E}"/>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Graph: 조사와 재계획의 연결</a:t>
            </a:r>
          </a:p>
        </p:txBody>
      </p:sp>
      <p:sp>
        <p:nvSpPr>
          <p:cNvPr id="3" name="04">
            <a:extLst xmlns:a="http://schemas.openxmlformats.org/drawingml/2006/main">
              <a:ext uri="{FF2B5EF4-FFF2-40B4-BE49-F238E27FC236}">
                <a16:creationId xmlns:a16="http://schemas.microsoft.com/office/drawing/2014/main" id="{F7927860-19EC-48A1-8BEB-203EA6DC15C3}"/>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04</a:t>
            </a:r>
          </a:p>
        </p:txBody>
      </p:sp>
      <p:sp>
        <p:nvSpPr>
          <p:cNvPr id="4" name="현재 대상 확인 → 계획 → 지표·로그 조사 → 재계획">
            <a:extLst xmlns:a="http://schemas.openxmlformats.org/drawingml/2006/main">
              <a:ext uri="{FF2B5EF4-FFF2-40B4-BE49-F238E27FC236}">
                <a16:creationId xmlns:a16="http://schemas.microsoft.com/office/drawing/2014/main" id="{1F8988CE-AFB2-464B-8DC1-EBB55EAEAF1F}"/>
              </a:ext>
            </a:extLst>
          </p:cNvPr>
          <p:cNvSpPr>
            <a:spLocks xmlns:a="http://schemas.openxmlformats.org/drawingml/2006/main" noGrp="1"/>
          </p:cNvSpPr>
          <p:nvPr/>
        </p:nvSpPr>
        <p:spPr>
          <a:xfrm xmlns:a="http://schemas.openxmlformats.org/drawingml/2006/main">
            <a:off x="609600" y="1990725"/>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087D69"/>
                </a:solidFill>
                <a:latin typeface="Noto Sans KR"/>
                <a:ea typeface="Noto Sans KR"/>
                <a:cs typeface="Noto Sans KR"/>
              </a:defRPr>
            </a:defPPr>
            <a:lvl1pPr algn="l">
              <a:defRPr sz="2325" b="1">
                <a:solidFill>
                  <a:srgbClr val="087D69"/>
                </a:solidFill>
                <a:latin typeface="Noto Sans KR"/>
                <a:ea typeface="Noto Sans KR"/>
                <a:cs typeface="Noto Sans KR"/>
              </a:defRPr>
            </a:lvl1pPr>
            <a:lvl2pPr algn="l">
              <a:defRPr sz="2325" b="1">
                <a:solidFill>
                  <a:srgbClr val="087D69"/>
                </a:solidFill>
                <a:latin typeface="Noto Sans KR"/>
                <a:ea typeface="Noto Sans KR"/>
                <a:cs typeface="Noto Sans KR"/>
              </a:defRPr>
            </a:lvl2pPr>
            <a:lvl3pPr algn="l">
              <a:defRPr sz="2325" b="1">
                <a:solidFill>
                  <a:srgbClr val="087D69"/>
                </a:solidFill>
                <a:latin typeface="Noto Sans KR"/>
                <a:ea typeface="Noto Sans KR"/>
                <a:cs typeface="Noto Sans KR"/>
              </a:defRPr>
            </a:lvl3pPr>
            <a:lvl4pPr algn="l">
              <a:defRPr sz="2325" b="1">
                <a:solidFill>
                  <a:srgbClr val="087D69"/>
                </a:solidFill>
                <a:latin typeface="Noto Sans KR"/>
                <a:ea typeface="Noto Sans KR"/>
                <a:cs typeface="Noto Sans KR"/>
              </a:defRPr>
            </a:lvl4pPr>
            <a:lvl5pPr algn="l">
              <a:defRPr sz="2325" b="1">
                <a:solidFill>
                  <a:srgbClr val="087D69"/>
                </a:solidFill>
                <a:latin typeface="Noto Sans KR"/>
                <a:ea typeface="Noto Sans KR"/>
                <a:cs typeface="Noto Sans KR"/>
              </a:defRPr>
            </a:lvl5pPr>
            <a:lvl6pPr algn="l">
              <a:defRPr sz="2325" b="1">
                <a:solidFill>
                  <a:srgbClr val="087D69"/>
                </a:solidFill>
                <a:latin typeface="Noto Sans KR"/>
                <a:ea typeface="Noto Sans KR"/>
                <a:cs typeface="Noto Sans KR"/>
              </a:defRPr>
            </a:lvl6pPr>
            <a:lvl7pPr algn="l">
              <a:defRPr sz="2325" b="1">
                <a:solidFill>
                  <a:srgbClr val="087D69"/>
                </a:solidFill>
                <a:latin typeface="Noto Sans KR"/>
                <a:ea typeface="Noto Sans KR"/>
                <a:cs typeface="Noto Sans KR"/>
              </a:defRPr>
            </a:lvl7pPr>
            <a:lvl8pPr algn="l">
              <a:defRPr sz="2325" b="1">
                <a:solidFill>
                  <a:srgbClr val="087D69"/>
                </a:solidFill>
                <a:latin typeface="Noto Sans KR"/>
                <a:ea typeface="Noto Sans KR"/>
                <a:cs typeface="Noto Sans KR"/>
              </a:defRPr>
            </a:lvl8pPr>
            <a:lvl9pPr algn="l">
              <a:defRPr sz="2325" b="1">
                <a:solidFill>
                  <a:srgbClr val="087D69"/>
                </a:solidFill>
                <a:latin typeface="Noto Sans KR"/>
                <a:ea typeface="Noto Sans KR"/>
                <a:cs typeface="Noto Sans KR"/>
              </a:defRPr>
            </a:lvl9pPr>
          </a:lstStyle>
          <a:p xmlns:a="http://schemas.openxmlformats.org/drawingml/2006/main">
            <a:pPr algn="l">
              <a:defRPr sz="2325" b="1">
                <a:solidFill>
                  <a:srgbClr val="087D69"/>
                </a:solidFill>
                <a:latin typeface="Noto Sans KR"/>
                <a:ea typeface="Noto Sans KR"/>
                <a:cs typeface="Noto Sans KR"/>
              </a:defRPr>
            </a:pPr>
            <a:r>
              <a:rPr sz="2325" b="1">
                <a:solidFill>
                  <a:srgbClr val="087D69"/>
                </a:solidFill>
                <a:latin typeface="Noto Sans KR"/>
                <a:ea typeface="Noto Sans KR"/>
                <a:cs typeface="Noto Sans KR"/>
              </a:rPr>
              <a:t>현재 대상 확인 → 계획 → 지표·로그 조사 → 재계획</a:t>
            </a:r>
          </a:p>
        </p:txBody>
      </p:sp>
      <p:pic>
        <p:nvPicPr>
          <p:cNvPr id="5" name="">
            <a:extLst xmlns:a="http://schemas.openxmlformats.org/drawingml/2006/main">
              <a:ext uri="{FF2B5EF4-FFF2-40B4-BE49-F238E27FC236}">
                <a16:creationId xmlns:a16="http://schemas.microsoft.com/office/drawing/2014/main" id="{DC3B0AC4-39B0-47C8-B21A-D1439A35214B}"/>
              </a:ext>
            </a:extLst>
          </p:cNvPr>
          <p:cNvPicPr>
            <a:picLocks xmlns:a="http://schemas.openxmlformats.org/drawingml/2006/main" noChangeAspect="1"/>
          </p:cNvPicPr>
          <p:nvPr/>
        </p:nvPicPr>
        <p:blipFill>
          <a:blip xmlns:r="http://schemas.openxmlformats.org/officeDocument/2006/relationships" xmlns:a="http://schemas.openxmlformats.org/drawingml/2006/main" r:embed="R125fe6e655134f7c"/>
          <a:srcRect xmlns:a="http://schemas.openxmlformats.org/drawingml/2006/main" l="2000" t="37200" r="30000" b="33700"/>
          <a:stretch xmlns:a="http://schemas.openxmlformats.org/drawingml/2006/main"/>
        </p:blipFill>
        <p:spPr>
          <a:xfrm xmlns:a="http://schemas.openxmlformats.org/drawingml/2006/main">
            <a:off x="609600" y="2667000"/>
            <a:ext cx="10972800" cy="2505075"/>
          </a:xfrm>
          <a:prstGeom xmlns:a="http://schemas.openxmlformats.org/drawingml/2006/main" prst="rect">
            <a:avLst/>
          </a:prstGeom>
        </p:spPr>
      </p:pic>
      <p:sp>
        <p:nvSpPr>
          <p:cNvPr id="6" name="충분: 분석    런북 부족: 추가 조사    검색 보류: 확인">
            <a:extLst xmlns:a="http://schemas.openxmlformats.org/drawingml/2006/main">
              <a:ext uri="{FF2B5EF4-FFF2-40B4-BE49-F238E27FC236}">
                <a16:creationId xmlns:a16="http://schemas.microsoft.com/office/drawing/2014/main" id="{8BA65136-87FF-47B3-A760-A3434999B1BA}"/>
              </a:ext>
            </a:extLst>
          </p:cNvPr>
          <p:cNvSpPr>
            <a:spLocks xmlns:a="http://schemas.openxmlformats.org/drawingml/2006/main" noGrp="1"/>
          </p:cNvSpPr>
          <p:nvPr/>
        </p:nvSpPr>
        <p:spPr>
          <a:xfrm xmlns:a="http://schemas.openxmlformats.org/drawingml/2006/main">
            <a:off x="609600" y="5372100"/>
            <a:ext cx="10972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73343"/>
                </a:solidFill>
                <a:latin typeface="Noto Sans KR"/>
                <a:ea typeface="Noto Sans KR"/>
                <a:cs typeface="Noto Sans KR"/>
              </a:defRPr>
            </a:defPPr>
            <a:lvl1pPr algn="l">
              <a:defRPr sz="2025" b="1">
                <a:solidFill>
                  <a:srgbClr val="173343"/>
                </a:solidFill>
                <a:latin typeface="Noto Sans KR"/>
                <a:ea typeface="Noto Sans KR"/>
                <a:cs typeface="Noto Sans KR"/>
              </a:defRPr>
            </a:lvl1pPr>
            <a:lvl2pPr algn="l">
              <a:defRPr sz="2025" b="1">
                <a:solidFill>
                  <a:srgbClr val="173343"/>
                </a:solidFill>
                <a:latin typeface="Noto Sans KR"/>
                <a:ea typeface="Noto Sans KR"/>
                <a:cs typeface="Noto Sans KR"/>
              </a:defRPr>
            </a:lvl2pPr>
            <a:lvl3pPr algn="l">
              <a:defRPr sz="2025" b="1">
                <a:solidFill>
                  <a:srgbClr val="173343"/>
                </a:solidFill>
                <a:latin typeface="Noto Sans KR"/>
                <a:ea typeface="Noto Sans KR"/>
                <a:cs typeface="Noto Sans KR"/>
              </a:defRPr>
            </a:lvl3pPr>
            <a:lvl4pPr algn="l">
              <a:defRPr sz="2025" b="1">
                <a:solidFill>
                  <a:srgbClr val="173343"/>
                </a:solidFill>
                <a:latin typeface="Noto Sans KR"/>
                <a:ea typeface="Noto Sans KR"/>
                <a:cs typeface="Noto Sans KR"/>
              </a:defRPr>
            </a:lvl4pPr>
            <a:lvl5pPr algn="l">
              <a:defRPr sz="2025" b="1">
                <a:solidFill>
                  <a:srgbClr val="173343"/>
                </a:solidFill>
                <a:latin typeface="Noto Sans KR"/>
                <a:ea typeface="Noto Sans KR"/>
                <a:cs typeface="Noto Sans KR"/>
              </a:defRPr>
            </a:lvl5pPr>
            <a:lvl6pPr algn="l">
              <a:defRPr sz="2025" b="1">
                <a:solidFill>
                  <a:srgbClr val="173343"/>
                </a:solidFill>
                <a:latin typeface="Noto Sans KR"/>
                <a:ea typeface="Noto Sans KR"/>
                <a:cs typeface="Noto Sans KR"/>
              </a:defRPr>
            </a:lvl6pPr>
            <a:lvl7pPr algn="l">
              <a:defRPr sz="2025" b="1">
                <a:solidFill>
                  <a:srgbClr val="173343"/>
                </a:solidFill>
                <a:latin typeface="Noto Sans KR"/>
                <a:ea typeface="Noto Sans KR"/>
                <a:cs typeface="Noto Sans KR"/>
              </a:defRPr>
            </a:lvl7pPr>
            <a:lvl8pPr algn="l">
              <a:defRPr sz="2025" b="1">
                <a:solidFill>
                  <a:srgbClr val="173343"/>
                </a:solidFill>
                <a:latin typeface="Noto Sans KR"/>
                <a:ea typeface="Noto Sans KR"/>
                <a:cs typeface="Noto Sans KR"/>
              </a:defRPr>
            </a:lvl8pPr>
            <a:lvl9pPr algn="l">
              <a:defRPr sz="2025" b="1">
                <a:solidFill>
                  <a:srgbClr val="173343"/>
                </a:solidFill>
                <a:latin typeface="Noto Sans KR"/>
                <a:ea typeface="Noto Sans KR"/>
                <a:cs typeface="Noto Sans KR"/>
              </a:defRPr>
            </a:lvl9pPr>
          </a:lstStyle>
          <a:p xmlns:a="http://schemas.openxmlformats.org/drawingml/2006/main">
            <a:pPr algn="l">
              <a:defRPr sz="2025" b="1">
                <a:solidFill>
                  <a:srgbClr val="173343"/>
                </a:solidFill>
                <a:latin typeface="Noto Sans KR"/>
                <a:ea typeface="Noto Sans KR"/>
                <a:cs typeface="Noto Sans KR"/>
              </a:defRPr>
            </a:pPr>
            <a:r>
              <a:rPr sz="2025" b="1">
                <a:solidFill>
                  <a:srgbClr val="173343"/>
                </a:solidFill>
                <a:latin typeface="Noto Sans KR"/>
                <a:ea typeface="Noto Sans KR"/>
                <a:cs typeface="Noto Sans KR"/>
              </a:rPr>
              <a:t>충분: 분석    런북 부족: 추가 조사    검색 보류: 확인 질문</a:t>
            </a:r>
          </a:p>
        </p:txBody>
      </p:sp>
      <p:sp>
        <p:nvSpPr>
          <p:cNvPr id="7" name="추가한 지표·로그·런북 StateGraph를 Supervisor">
            <a:extLst xmlns:a="http://schemas.openxmlformats.org/drawingml/2006/main">
              <a:ext uri="{FF2B5EF4-FFF2-40B4-BE49-F238E27FC236}">
                <a16:creationId xmlns:a16="http://schemas.microsoft.com/office/drawing/2014/main" id="{BEFAF725-9DF1-4541-8ECD-2A0FC517A758}"/>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추가한 지표·로그·런북 StateGraph를 SupervisorDeps로 주입. 부분 실패 시 성공한 근거를 보존.</a:t>
            </a:r>
          </a:p>
        </p:txBody>
      </p:sp>
    </p:spTree>
    <p:extLst>
      <p:ext uri="{BB962C8B-B14F-4D97-AF65-F5344CB8AC3E}">
        <p14:creationId xmlns:p14="http://schemas.microsoft.com/office/powerpoint/2010/main" val="4006553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087 신형섭">
            <a:extLst xmlns:a="http://schemas.openxmlformats.org/drawingml/2006/main">
              <a:ext uri="{FF2B5EF4-FFF2-40B4-BE49-F238E27FC236}">
                <a16:creationId xmlns:a16="http://schemas.microsoft.com/office/drawing/2014/main" id="{15972037-A95E-4C00-98A3-596E9015FC7C}"/>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MCP: 로그 Tool과 런북 Resource">
            <a:extLst xmlns:a="http://schemas.openxmlformats.org/drawingml/2006/main">
              <a:ext uri="{FF2B5EF4-FFF2-40B4-BE49-F238E27FC236}">
                <a16:creationId xmlns:a16="http://schemas.microsoft.com/office/drawing/2014/main" id="{0522D07E-3A06-4D94-B795-406E4F87733B}"/>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MCP: 로그 Tool과 런북 Resource</a:t>
            </a:r>
          </a:p>
        </p:txBody>
      </p:sp>
      <p:sp>
        <p:nvSpPr>
          <p:cNvPr id="3" name="05">
            <a:extLst xmlns:a="http://schemas.openxmlformats.org/drawingml/2006/main">
              <a:ext uri="{FF2B5EF4-FFF2-40B4-BE49-F238E27FC236}">
                <a16:creationId xmlns:a16="http://schemas.microsoft.com/office/drawing/2014/main" id="{EBF3D9A7-22DC-4CEA-A59B-F6DDE4D59086}"/>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05</a:t>
            </a:r>
          </a:p>
        </p:txBody>
      </p:sp>
      <p:sp>
        <p:nvSpPr>
          <p:cNvPr id="4" name="Tool: 기능 호출  /  get_recent_logs(sys">
            <a:extLst xmlns:a="http://schemas.openxmlformats.org/drawingml/2006/main">
              <a:ext uri="{FF2B5EF4-FFF2-40B4-BE49-F238E27FC236}">
                <a16:creationId xmlns:a16="http://schemas.microsoft.com/office/drawing/2014/main" id="{CF8B85B2-1D05-443B-A6CD-0AEDDBA7330A}"/>
              </a:ext>
            </a:extLst>
          </p:cNvPr>
          <p:cNvSpPr>
            <a:spLocks xmlns:a="http://schemas.openxmlformats.org/drawingml/2006/main" noGrp="1"/>
          </p:cNvSpPr>
          <p:nvPr/>
        </p:nvSpPr>
        <p:spPr>
          <a:xfrm xmlns:a="http://schemas.openxmlformats.org/drawingml/2006/main">
            <a:off x="609600" y="2009775"/>
            <a:ext cx="10972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087D69"/>
                </a:solidFill>
                <a:latin typeface="Noto Sans KR"/>
                <a:ea typeface="Noto Sans KR"/>
                <a:cs typeface="Noto Sans KR"/>
              </a:defRPr>
            </a:defPPr>
            <a:lvl1pPr algn="l">
              <a:defRPr sz="2025" b="1">
                <a:solidFill>
                  <a:srgbClr val="087D69"/>
                </a:solidFill>
                <a:latin typeface="Noto Sans KR"/>
                <a:ea typeface="Noto Sans KR"/>
                <a:cs typeface="Noto Sans KR"/>
              </a:defRPr>
            </a:lvl1pPr>
            <a:lvl2pPr algn="l">
              <a:defRPr sz="2025" b="1">
                <a:solidFill>
                  <a:srgbClr val="087D69"/>
                </a:solidFill>
                <a:latin typeface="Noto Sans KR"/>
                <a:ea typeface="Noto Sans KR"/>
                <a:cs typeface="Noto Sans KR"/>
              </a:defRPr>
            </a:lvl2pPr>
            <a:lvl3pPr algn="l">
              <a:defRPr sz="2025" b="1">
                <a:solidFill>
                  <a:srgbClr val="087D69"/>
                </a:solidFill>
                <a:latin typeface="Noto Sans KR"/>
                <a:ea typeface="Noto Sans KR"/>
                <a:cs typeface="Noto Sans KR"/>
              </a:defRPr>
            </a:lvl3pPr>
            <a:lvl4pPr algn="l">
              <a:defRPr sz="2025" b="1">
                <a:solidFill>
                  <a:srgbClr val="087D69"/>
                </a:solidFill>
                <a:latin typeface="Noto Sans KR"/>
                <a:ea typeface="Noto Sans KR"/>
                <a:cs typeface="Noto Sans KR"/>
              </a:defRPr>
            </a:lvl4pPr>
            <a:lvl5pPr algn="l">
              <a:defRPr sz="2025" b="1">
                <a:solidFill>
                  <a:srgbClr val="087D69"/>
                </a:solidFill>
                <a:latin typeface="Noto Sans KR"/>
                <a:ea typeface="Noto Sans KR"/>
                <a:cs typeface="Noto Sans KR"/>
              </a:defRPr>
            </a:lvl5pPr>
            <a:lvl6pPr algn="l">
              <a:defRPr sz="2025" b="1">
                <a:solidFill>
                  <a:srgbClr val="087D69"/>
                </a:solidFill>
                <a:latin typeface="Noto Sans KR"/>
                <a:ea typeface="Noto Sans KR"/>
                <a:cs typeface="Noto Sans KR"/>
              </a:defRPr>
            </a:lvl6pPr>
            <a:lvl7pPr algn="l">
              <a:defRPr sz="2025" b="1">
                <a:solidFill>
                  <a:srgbClr val="087D69"/>
                </a:solidFill>
                <a:latin typeface="Noto Sans KR"/>
                <a:ea typeface="Noto Sans KR"/>
                <a:cs typeface="Noto Sans KR"/>
              </a:defRPr>
            </a:lvl7pPr>
            <a:lvl8pPr algn="l">
              <a:defRPr sz="2025" b="1">
                <a:solidFill>
                  <a:srgbClr val="087D69"/>
                </a:solidFill>
                <a:latin typeface="Noto Sans KR"/>
                <a:ea typeface="Noto Sans KR"/>
                <a:cs typeface="Noto Sans KR"/>
              </a:defRPr>
            </a:lvl8pPr>
            <a:lvl9pPr algn="l">
              <a:defRPr sz="2025" b="1">
                <a:solidFill>
                  <a:srgbClr val="087D69"/>
                </a:solidFill>
                <a:latin typeface="Noto Sans KR"/>
                <a:ea typeface="Noto Sans KR"/>
                <a:cs typeface="Noto Sans KR"/>
              </a:defRPr>
            </a:lvl9pPr>
          </a:lstStyle>
          <a:p xmlns:a="http://schemas.openxmlformats.org/drawingml/2006/main">
            <a:pPr algn="l">
              <a:defRPr sz="2025" b="1">
                <a:solidFill>
                  <a:srgbClr val="087D69"/>
                </a:solidFill>
                <a:latin typeface="Noto Sans KR"/>
                <a:ea typeface="Noto Sans KR"/>
                <a:cs typeface="Noto Sans KR"/>
              </a:defRPr>
            </a:pPr>
            <a:r>
              <a:rPr sz="2025" b="1">
                <a:solidFill>
                  <a:srgbClr val="087D69"/>
                </a:solidFill>
                <a:latin typeface="Noto Sans KR"/>
                <a:ea typeface="Noto Sans KR"/>
                <a:cs typeface="Noto Sans KR"/>
              </a:rPr>
              <a:t>Tool: 기능 호출  /  get_recent_logs(system_name, limit=20)</a:t>
            </a:r>
          </a:p>
        </p:txBody>
      </p:sp>
      <p:pic>
        <p:nvPicPr>
          <p:cNvPr id="5" name="">
            <a:extLst xmlns:a="http://schemas.openxmlformats.org/drawingml/2006/main">
              <a:ext uri="{FF2B5EF4-FFF2-40B4-BE49-F238E27FC236}">
                <a16:creationId xmlns:a16="http://schemas.microsoft.com/office/drawing/2014/main" id="{BAEBA2D4-C585-4840-BCAF-6B21B592E6B0}"/>
              </a:ext>
            </a:extLst>
          </p:cNvPr>
          <p:cNvPicPr>
            <a:picLocks xmlns:a="http://schemas.openxmlformats.org/drawingml/2006/main" noChangeAspect="1"/>
          </p:cNvPicPr>
          <p:nvPr/>
        </p:nvPicPr>
        <p:blipFill>
          <a:blip xmlns:r="http://schemas.openxmlformats.org/officeDocument/2006/relationships" xmlns:a="http://schemas.openxmlformats.org/drawingml/2006/main" r:embed="Reb4d7db8616f462d"/>
          <a:srcRect xmlns:a="http://schemas.openxmlformats.org/drawingml/2006/main" l="2000" t="54000" r="2000" b="37500"/>
          <a:stretch xmlns:a="http://schemas.openxmlformats.org/drawingml/2006/main"/>
        </p:blipFill>
        <p:spPr>
          <a:xfrm xmlns:a="http://schemas.openxmlformats.org/drawingml/2006/main">
            <a:off x="609600" y="2581275"/>
            <a:ext cx="10972800" cy="590550"/>
          </a:xfrm>
          <a:prstGeom xmlns:a="http://schemas.openxmlformats.org/drawingml/2006/main" prst="rect">
            <a:avLst/>
          </a:prstGeom>
        </p:spPr>
      </p:pic>
      <p:sp>
        <p:nvSpPr>
          <p:cNvPr id="6" name="Resource: 문서 읽기  /  유형 선택 후 런북 본문 조">
            <a:extLst xmlns:a="http://schemas.openxmlformats.org/drawingml/2006/main">
              <a:ext uri="{FF2B5EF4-FFF2-40B4-BE49-F238E27FC236}">
                <a16:creationId xmlns:a16="http://schemas.microsoft.com/office/drawing/2014/main" id="{0BE4C821-198B-4C96-9114-345A143877DB}"/>
              </a:ext>
            </a:extLst>
          </p:cNvPr>
          <p:cNvSpPr>
            <a:spLocks xmlns:a="http://schemas.openxmlformats.org/drawingml/2006/main" noGrp="1"/>
          </p:cNvSpPr>
          <p:nvPr/>
        </p:nvSpPr>
        <p:spPr>
          <a:xfrm xmlns:a="http://schemas.openxmlformats.org/drawingml/2006/main">
            <a:off x="609600" y="3533775"/>
            <a:ext cx="10972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087D69"/>
                </a:solidFill>
                <a:latin typeface="Noto Sans KR"/>
                <a:ea typeface="Noto Sans KR"/>
                <a:cs typeface="Noto Sans KR"/>
              </a:defRPr>
            </a:defPPr>
            <a:lvl1pPr algn="l">
              <a:defRPr sz="2025" b="1">
                <a:solidFill>
                  <a:srgbClr val="087D69"/>
                </a:solidFill>
                <a:latin typeface="Noto Sans KR"/>
                <a:ea typeface="Noto Sans KR"/>
                <a:cs typeface="Noto Sans KR"/>
              </a:defRPr>
            </a:lvl1pPr>
            <a:lvl2pPr algn="l">
              <a:defRPr sz="2025" b="1">
                <a:solidFill>
                  <a:srgbClr val="087D69"/>
                </a:solidFill>
                <a:latin typeface="Noto Sans KR"/>
                <a:ea typeface="Noto Sans KR"/>
                <a:cs typeface="Noto Sans KR"/>
              </a:defRPr>
            </a:lvl2pPr>
            <a:lvl3pPr algn="l">
              <a:defRPr sz="2025" b="1">
                <a:solidFill>
                  <a:srgbClr val="087D69"/>
                </a:solidFill>
                <a:latin typeface="Noto Sans KR"/>
                <a:ea typeface="Noto Sans KR"/>
                <a:cs typeface="Noto Sans KR"/>
              </a:defRPr>
            </a:lvl3pPr>
            <a:lvl4pPr algn="l">
              <a:defRPr sz="2025" b="1">
                <a:solidFill>
                  <a:srgbClr val="087D69"/>
                </a:solidFill>
                <a:latin typeface="Noto Sans KR"/>
                <a:ea typeface="Noto Sans KR"/>
                <a:cs typeface="Noto Sans KR"/>
              </a:defRPr>
            </a:lvl4pPr>
            <a:lvl5pPr algn="l">
              <a:defRPr sz="2025" b="1">
                <a:solidFill>
                  <a:srgbClr val="087D69"/>
                </a:solidFill>
                <a:latin typeface="Noto Sans KR"/>
                <a:ea typeface="Noto Sans KR"/>
                <a:cs typeface="Noto Sans KR"/>
              </a:defRPr>
            </a:lvl5pPr>
            <a:lvl6pPr algn="l">
              <a:defRPr sz="2025" b="1">
                <a:solidFill>
                  <a:srgbClr val="087D69"/>
                </a:solidFill>
                <a:latin typeface="Noto Sans KR"/>
                <a:ea typeface="Noto Sans KR"/>
                <a:cs typeface="Noto Sans KR"/>
              </a:defRPr>
            </a:lvl6pPr>
            <a:lvl7pPr algn="l">
              <a:defRPr sz="2025" b="1">
                <a:solidFill>
                  <a:srgbClr val="087D69"/>
                </a:solidFill>
                <a:latin typeface="Noto Sans KR"/>
                <a:ea typeface="Noto Sans KR"/>
                <a:cs typeface="Noto Sans KR"/>
              </a:defRPr>
            </a:lvl7pPr>
            <a:lvl8pPr algn="l">
              <a:defRPr sz="2025" b="1">
                <a:solidFill>
                  <a:srgbClr val="087D69"/>
                </a:solidFill>
                <a:latin typeface="Noto Sans KR"/>
                <a:ea typeface="Noto Sans KR"/>
                <a:cs typeface="Noto Sans KR"/>
              </a:defRPr>
            </a:lvl8pPr>
            <a:lvl9pPr algn="l">
              <a:defRPr sz="2025" b="1">
                <a:solidFill>
                  <a:srgbClr val="087D69"/>
                </a:solidFill>
                <a:latin typeface="Noto Sans KR"/>
                <a:ea typeface="Noto Sans KR"/>
                <a:cs typeface="Noto Sans KR"/>
              </a:defRPr>
            </a:lvl9pPr>
          </a:lstStyle>
          <a:p xmlns:a="http://schemas.openxmlformats.org/drawingml/2006/main">
            <a:pPr algn="l">
              <a:defRPr sz="2025" b="1">
                <a:solidFill>
                  <a:srgbClr val="087D69"/>
                </a:solidFill>
                <a:latin typeface="Noto Sans KR"/>
                <a:ea typeface="Noto Sans KR"/>
                <a:cs typeface="Noto Sans KR"/>
              </a:defRPr>
            </a:pPr>
            <a:r>
              <a:rPr sz="2025" b="1">
                <a:solidFill>
                  <a:srgbClr val="087D69"/>
                </a:solidFill>
                <a:latin typeface="Noto Sans KR"/>
                <a:ea typeface="Noto Sans KR"/>
                <a:cs typeface="Noto Sans KR"/>
              </a:rPr>
              <a:t>Resource: 문서 읽기  /  유형 선택 후 런북 본문 조회</a:t>
            </a:r>
          </a:p>
        </p:txBody>
      </p:sp>
      <p:pic>
        <p:nvPicPr>
          <p:cNvPr id="7" name="">
            <a:extLst xmlns:a="http://schemas.openxmlformats.org/drawingml/2006/main">
              <a:ext uri="{FF2B5EF4-FFF2-40B4-BE49-F238E27FC236}">
                <a16:creationId xmlns:a16="http://schemas.microsoft.com/office/drawing/2014/main" id="{9FE0CBA3-5ACE-4A47-954F-4F254928C60C}"/>
              </a:ext>
            </a:extLst>
          </p:cNvPr>
          <p:cNvPicPr>
            <a:picLocks xmlns:a="http://schemas.openxmlformats.org/drawingml/2006/main" noChangeAspect="1"/>
          </p:cNvPicPr>
          <p:nvPr/>
        </p:nvPicPr>
        <p:blipFill>
          <a:blip xmlns:r="http://schemas.openxmlformats.org/officeDocument/2006/relationships" xmlns:a="http://schemas.openxmlformats.org/drawingml/2006/main" r:embed="R8eb7fb9798984a26"/>
          <a:srcRect xmlns:a="http://schemas.openxmlformats.org/drawingml/2006/main" l="2000" t="41800" r="30000" b="37300"/>
          <a:stretch xmlns:a="http://schemas.openxmlformats.org/drawingml/2006/main"/>
        </p:blipFill>
        <p:spPr>
          <a:xfrm xmlns:a="http://schemas.openxmlformats.org/drawingml/2006/main">
            <a:off x="609600" y="4086225"/>
            <a:ext cx="10972800" cy="1638300"/>
          </a:xfrm>
          <a:prstGeom xmlns:a="http://schemas.openxmlformats.org/drawingml/2006/main" prst="rect">
            <a:avLst/>
          </a:prstGeom>
        </p:spPr>
      </p:pic>
      <p:sp>
        <p:nvSpPr>
          <p:cNvPr id="8" name="응답의 대상·시각·출처를 검증합니다. 기존 세션·탐색·잠금 재사">
            <a:extLst xmlns:a="http://schemas.openxmlformats.org/drawingml/2006/main">
              <a:ext uri="{FF2B5EF4-FFF2-40B4-BE49-F238E27FC236}">
                <a16:creationId xmlns:a16="http://schemas.microsoft.com/office/drawing/2014/main" id="{D2615CF2-8E48-4D3A-9396-14CD7DBD2FCD}"/>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응답의 대상·시각·출처를 검증합니다. 기존 세션·탐색·잠금 재사용. 실제 MCP I/O는 직렬입니다.</a:t>
            </a:r>
          </a:p>
        </p:txBody>
      </p:sp>
    </p:spTree>
    <p:extLst>
      <p:ext uri="{BB962C8B-B14F-4D97-AF65-F5344CB8AC3E}">
        <p14:creationId xmlns:p14="http://schemas.microsoft.com/office/powerpoint/2010/main" val="14860140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087 신형섭">
            <a:extLst xmlns:a="http://schemas.openxmlformats.org/drawingml/2006/main">
              <a:ext uri="{FF2B5EF4-FFF2-40B4-BE49-F238E27FC236}">
                <a16:creationId xmlns:a16="http://schemas.microsoft.com/office/drawing/2014/main" id="{D32A8C0F-ED52-4BF9-96A1-724BC1117D52}"/>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RAG: 의미 검색과 채택·보류">
            <a:extLst xmlns:a="http://schemas.openxmlformats.org/drawingml/2006/main">
              <a:ext uri="{FF2B5EF4-FFF2-40B4-BE49-F238E27FC236}">
                <a16:creationId xmlns:a16="http://schemas.microsoft.com/office/drawing/2014/main" id="{29D42C15-30F9-45FF-A82E-899C4A39503C}"/>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RAG: 의미 검색과 채택·보류</a:t>
            </a:r>
          </a:p>
        </p:txBody>
      </p:sp>
      <p:sp>
        <p:nvSpPr>
          <p:cNvPr id="3" name="06">
            <a:extLst xmlns:a="http://schemas.openxmlformats.org/drawingml/2006/main">
              <a:ext uri="{FF2B5EF4-FFF2-40B4-BE49-F238E27FC236}">
                <a16:creationId xmlns:a16="http://schemas.microsoft.com/office/drawing/2014/main" id="{78453ABE-2612-4780-995F-D9FE2109CC25}"/>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06</a:t>
            </a:r>
          </a:p>
        </p:txBody>
      </p:sp>
      <p:sp>
        <p:nvSpPr>
          <p:cNvPr id="4" name="조회한 상태·알림 → E5 임베딩 → Chroma Top 3">
            <a:extLst xmlns:a="http://schemas.openxmlformats.org/drawingml/2006/main">
              <a:ext uri="{FF2B5EF4-FFF2-40B4-BE49-F238E27FC236}">
                <a16:creationId xmlns:a16="http://schemas.microsoft.com/office/drawing/2014/main" id="{A4156E25-FD9B-4727-8BFB-208F6C658B89}"/>
              </a:ext>
            </a:extLst>
          </p:cNvPr>
          <p:cNvSpPr>
            <a:spLocks xmlns:a="http://schemas.openxmlformats.org/drawingml/2006/main" noGrp="1"/>
          </p:cNvSpPr>
          <p:nvPr/>
        </p:nvSpPr>
        <p:spPr>
          <a:xfrm xmlns:a="http://schemas.openxmlformats.org/drawingml/2006/main">
            <a:off x="609600" y="1990725"/>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087D69"/>
                </a:solidFill>
                <a:latin typeface="Noto Sans KR"/>
                <a:ea typeface="Noto Sans KR"/>
                <a:cs typeface="Noto Sans KR"/>
              </a:defRPr>
            </a:defPPr>
            <a:lvl1pPr algn="l">
              <a:defRPr sz="2325" b="1">
                <a:solidFill>
                  <a:srgbClr val="087D69"/>
                </a:solidFill>
                <a:latin typeface="Noto Sans KR"/>
                <a:ea typeface="Noto Sans KR"/>
                <a:cs typeface="Noto Sans KR"/>
              </a:defRPr>
            </a:lvl1pPr>
            <a:lvl2pPr algn="l">
              <a:defRPr sz="2325" b="1">
                <a:solidFill>
                  <a:srgbClr val="087D69"/>
                </a:solidFill>
                <a:latin typeface="Noto Sans KR"/>
                <a:ea typeface="Noto Sans KR"/>
                <a:cs typeface="Noto Sans KR"/>
              </a:defRPr>
            </a:lvl2pPr>
            <a:lvl3pPr algn="l">
              <a:defRPr sz="2325" b="1">
                <a:solidFill>
                  <a:srgbClr val="087D69"/>
                </a:solidFill>
                <a:latin typeface="Noto Sans KR"/>
                <a:ea typeface="Noto Sans KR"/>
                <a:cs typeface="Noto Sans KR"/>
              </a:defRPr>
            </a:lvl3pPr>
            <a:lvl4pPr algn="l">
              <a:defRPr sz="2325" b="1">
                <a:solidFill>
                  <a:srgbClr val="087D69"/>
                </a:solidFill>
                <a:latin typeface="Noto Sans KR"/>
                <a:ea typeface="Noto Sans KR"/>
                <a:cs typeface="Noto Sans KR"/>
              </a:defRPr>
            </a:lvl4pPr>
            <a:lvl5pPr algn="l">
              <a:defRPr sz="2325" b="1">
                <a:solidFill>
                  <a:srgbClr val="087D69"/>
                </a:solidFill>
                <a:latin typeface="Noto Sans KR"/>
                <a:ea typeface="Noto Sans KR"/>
                <a:cs typeface="Noto Sans KR"/>
              </a:defRPr>
            </a:lvl5pPr>
            <a:lvl6pPr algn="l">
              <a:defRPr sz="2325" b="1">
                <a:solidFill>
                  <a:srgbClr val="087D69"/>
                </a:solidFill>
                <a:latin typeface="Noto Sans KR"/>
                <a:ea typeface="Noto Sans KR"/>
                <a:cs typeface="Noto Sans KR"/>
              </a:defRPr>
            </a:lvl6pPr>
            <a:lvl7pPr algn="l">
              <a:defRPr sz="2325" b="1">
                <a:solidFill>
                  <a:srgbClr val="087D69"/>
                </a:solidFill>
                <a:latin typeface="Noto Sans KR"/>
                <a:ea typeface="Noto Sans KR"/>
                <a:cs typeface="Noto Sans KR"/>
              </a:defRPr>
            </a:lvl7pPr>
            <a:lvl8pPr algn="l">
              <a:defRPr sz="2325" b="1">
                <a:solidFill>
                  <a:srgbClr val="087D69"/>
                </a:solidFill>
                <a:latin typeface="Noto Sans KR"/>
                <a:ea typeface="Noto Sans KR"/>
                <a:cs typeface="Noto Sans KR"/>
              </a:defRPr>
            </a:lvl8pPr>
            <a:lvl9pPr algn="l">
              <a:defRPr sz="2325" b="1">
                <a:solidFill>
                  <a:srgbClr val="087D69"/>
                </a:solidFill>
                <a:latin typeface="Noto Sans KR"/>
                <a:ea typeface="Noto Sans KR"/>
                <a:cs typeface="Noto Sans KR"/>
              </a:defRPr>
            </a:lvl9pPr>
          </a:lstStyle>
          <a:p xmlns:a="http://schemas.openxmlformats.org/drawingml/2006/main">
            <a:pPr algn="l">
              <a:defRPr sz="2325" b="1">
                <a:solidFill>
                  <a:srgbClr val="087D69"/>
                </a:solidFill>
                <a:latin typeface="Noto Sans KR"/>
                <a:ea typeface="Noto Sans KR"/>
                <a:cs typeface="Noto Sans KR"/>
              </a:defRPr>
            </a:pPr>
            <a:r>
              <a:rPr sz="2325" b="1">
                <a:solidFill>
                  <a:srgbClr val="087D69"/>
                </a:solidFill>
                <a:latin typeface="Noto Sans KR"/>
                <a:ea typeface="Noto Sans KR"/>
                <a:cs typeface="Noto Sans KR"/>
              </a:rPr>
              <a:t>조회한 상태·알림 → E5 임베딩 → Chroma Top 3</a:t>
            </a:r>
          </a:p>
        </p:txBody>
      </p:sp>
      <p:pic>
        <p:nvPicPr>
          <p:cNvPr id="5" name="">
            <a:extLst xmlns:a="http://schemas.openxmlformats.org/drawingml/2006/main">
              <a:ext uri="{FF2B5EF4-FFF2-40B4-BE49-F238E27FC236}">
                <a16:creationId xmlns:a16="http://schemas.microsoft.com/office/drawing/2014/main" id="{495AFB26-DB0D-43AE-8CAC-58094EC58C31}"/>
              </a:ext>
            </a:extLst>
          </p:cNvPr>
          <p:cNvPicPr>
            <a:picLocks xmlns:a="http://schemas.openxmlformats.org/drawingml/2006/main" noChangeAspect="1"/>
          </p:cNvPicPr>
          <p:nvPr/>
        </p:nvPicPr>
        <p:blipFill>
          <a:blip xmlns:r="http://schemas.openxmlformats.org/officeDocument/2006/relationships" xmlns:a="http://schemas.openxmlformats.org/drawingml/2006/main" r:embed="Rbf391ac8baf74d3d"/>
          <a:srcRect xmlns:a="http://schemas.openxmlformats.org/drawingml/2006/main" l="2000" t="45500" r="28000" b="28700"/>
          <a:stretch xmlns:a="http://schemas.openxmlformats.org/drawingml/2006/main"/>
        </p:blipFill>
        <p:spPr>
          <a:xfrm xmlns:a="http://schemas.openxmlformats.org/drawingml/2006/main">
            <a:off x="609600" y="2638425"/>
            <a:ext cx="10972800" cy="2219325"/>
          </a:xfrm>
          <a:prstGeom xmlns:a="http://schemas.openxmlformats.org/drawingml/2006/main" prst="rect">
            <a:avLst/>
          </a:prstGeom>
        </p:spPr>
      </p:pic>
      <p:sp>
        <p:nvSpPr>
          <p:cNvPr id="6" name="채택: 1위 점수 ≥ 0.8  그리고  1·2위 차이 ≥ 0.0">
            <a:extLst xmlns:a="http://schemas.openxmlformats.org/drawingml/2006/main">
              <a:ext uri="{FF2B5EF4-FFF2-40B4-BE49-F238E27FC236}">
                <a16:creationId xmlns:a16="http://schemas.microsoft.com/office/drawing/2014/main" id="{AD956DE2-2758-42CA-B0FC-D9A6344E992E}"/>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73343"/>
                </a:solidFill>
                <a:latin typeface="Noto Sans KR"/>
                <a:ea typeface="Noto Sans KR"/>
                <a:cs typeface="Noto Sans KR"/>
              </a:defRPr>
            </a:defPPr>
            <a:lvl1pPr algn="l">
              <a:defRPr sz="2325" b="1">
                <a:solidFill>
                  <a:srgbClr val="173343"/>
                </a:solidFill>
                <a:latin typeface="Noto Sans KR"/>
                <a:ea typeface="Noto Sans KR"/>
                <a:cs typeface="Noto Sans KR"/>
              </a:defRPr>
            </a:lvl1pPr>
            <a:lvl2pPr algn="l">
              <a:defRPr sz="2325" b="1">
                <a:solidFill>
                  <a:srgbClr val="173343"/>
                </a:solidFill>
                <a:latin typeface="Noto Sans KR"/>
                <a:ea typeface="Noto Sans KR"/>
                <a:cs typeface="Noto Sans KR"/>
              </a:defRPr>
            </a:lvl2pPr>
            <a:lvl3pPr algn="l">
              <a:defRPr sz="2325" b="1">
                <a:solidFill>
                  <a:srgbClr val="173343"/>
                </a:solidFill>
                <a:latin typeface="Noto Sans KR"/>
                <a:ea typeface="Noto Sans KR"/>
                <a:cs typeface="Noto Sans KR"/>
              </a:defRPr>
            </a:lvl3pPr>
            <a:lvl4pPr algn="l">
              <a:defRPr sz="2325" b="1">
                <a:solidFill>
                  <a:srgbClr val="173343"/>
                </a:solidFill>
                <a:latin typeface="Noto Sans KR"/>
                <a:ea typeface="Noto Sans KR"/>
                <a:cs typeface="Noto Sans KR"/>
              </a:defRPr>
            </a:lvl4pPr>
            <a:lvl5pPr algn="l">
              <a:defRPr sz="2325" b="1">
                <a:solidFill>
                  <a:srgbClr val="173343"/>
                </a:solidFill>
                <a:latin typeface="Noto Sans KR"/>
                <a:ea typeface="Noto Sans KR"/>
                <a:cs typeface="Noto Sans KR"/>
              </a:defRPr>
            </a:lvl5pPr>
            <a:lvl6pPr algn="l">
              <a:defRPr sz="2325" b="1">
                <a:solidFill>
                  <a:srgbClr val="173343"/>
                </a:solidFill>
                <a:latin typeface="Noto Sans KR"/>
                <a:ea typeface="Noto Sans KR"/>
                <a:cs typeface="Noto Sans KR"/>
              </a:defRPr>
            </a:lvl6pPr>
            <a:lvl7pPr algn="l">
              <a:defRPr sz="2325" b="1">
                <a:solidFill>
                  <a:srgbClr val="173343"/>
                </a:solidFill>
                <a:latin typeface="Noto Sans KR"/>
                <a:ea typeface="Noto Sans KR"/>
                <a:cs typeface="Noto Sans KR"/>
              </a:defRPr>
            </a:lvl7pPr>
            <a:lvl8pPr algn="l">
              <a:defRPr sz="2325" b="1">
                <a:solidFill>
                  <a:srgbClr val="173343"/>
                </a:solidFill>
                <a:latin typeface="Noto Sans KR"/>
                <a:ea typeface="Noto Sans KR"/>
                <a:cs typeface="Noto Sans KR"/>
              </a:defRPr>
            </a:lvl8pPr>
            <a:lvl9pPr algn="l">
              <a:defRPr sz="2325" b="1">
                <a:solidFill>
                  <a:srgbClr val="173343"/>
                </a:solidFill>
                <a:latin typeface="Noto Sans KR"/>
                <a:ea typeface="Noto Sans KR"/>
                <a:cs typeface="Noto Sans KR"/>
              </a:defRPr>
            </a:lvl9pPr>
          </a:lstStyle>
          <a:p xmlns:a="http://schemas.openxmlformats.org/drawingml/2006/main">
            <a:pPr algn="l">
              <a:defRPr sz="2325" b="1">
                <a:solidFill>
                  <a:srgbClr val="173343"/>
                </a:solidFill>
                <a:latin typeface="Noto Sans KR"/>
                <a:ea typeface="Noto Sans KR"/>
                <a:cs typeface="Noto Sans KR"/>
              </a:defRPr>
            </a:pPr>
            <a:r>
              <a:rPr sz="2325" b="1">
                <a:solidFill>
                  <a:srgbClr val="173343"/>
                </a:solidFill>
                <a:latin typeface="Noto Sans KR"/>
                <a:ea typeface="Noto Sans KR"/>
                <a:cs typeface="Noto Sans KR"/>
              </a:rPr>
              <a:t>채택: 1위 점수 ≥ 0.8  그리고  1·2위 차이 ≥ 0.01</a:t>
            </a:r>
          </a:p>
        </p:txBody>
      </p:sp>
      <p:sp>
        <p:nvSpPr>
          <p:cNvPr id="7" name="채택 후 MCP 본문 조회  /  미달 시 추가 증상 요청">
            <a:extLst xmlns:a="http://schemas.openxmlformats.org/drawingml/2006/main">
              <a:ext uri="{FF2B5EF4-FFF2-40B4-BE49-F238E27FC236}">
                <a16:creationId xmlns:a16="http://schemas.microsoft.com/office/drawing/2014/main" id="{D72F9245-6343-4065-97C0-67C87FC5864D}"/>
              </a:ext>
            </a:extLst>
          </p:cNvPr>
          <p:cNvSpPr>
            <a:spLocks xmlns:a="http://schemas.openxmlformats.org/drawingml/2006/main" noGrp="1"/>
          </p:cNvSpPr>
          <p:nvPr/>
        </p:nvSpPr>
        <p:spPr>
          <a:xfrm xmlns:a="http://schemas.openxmlformats.org/drawingml/2006/main">
            <a:off x="609600" y="5572125"/>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0">
                <a:solidFill>
                  <a:srgbClr val="087D69"/>
                </a:solidFill>
                <a:latin typeface="Noto Sans KR"/>
                <a:ea typeface="Noto Sans KR"/>
                <a:cs typeface="Noto Sans KR"/>
              </a:defRPr>
            </a:defPPr>
            <a:lvl1pPr algn="l">
              <a:defRPr sz="1950" b="0">
                <a:solidFill>
                  <a:srgbClr val="087D69"/>
                </a:solidFill>
                <a:latin typeface="Noto Sans KR"/>
                <a:ea typeface="Noto Sans KR"/>
                <a:cs typeface="Noto Sans KR"/>
              </a:defRPr>
            </a:lvl1pPr>
            <a:lvl2pPr algn="l">
              <a:defRPr sz="1950" b="0">
                <a:solidFill>
                  <a:srgbClr val="087D69"/>
                </a:solidFill>
                <a:latin typeface="Noto Sans KR"/>
                <a:ea typeface="Noto Sans KR"/>
                <a:cs typeface="Noto Sans KR"/>
              </a:defRPr>
            </a:lvl2pPr>
            <a:lvl3pPr algn="l">
              <a:defRPr sz="1950" b="0">
                <a:solidFill>
                  <a:srgbClr val="087D69"/>
                </a:solidFill>
                <a:latin typeface="Noto Sans KR"/>
                <a:ea typeface="Noto Sans KR"/>
                <a:cs typeface="Noto Sans KR"/>
              </a:defRPr>
            </a:lvl3pPr>
            <a:lvl4pPr algn="l">
              <a:defRPr sz="1950" b="0">
                <a:solidFill>
                  <a:srgbClr val="087D69"/>
                </a:solidFill>
                <a:latin typeface="Noto Sans KR"/>
                <a:ea typeface="Noto Sans KR"/>
                <a:cs typeface="Noto Sans KR"/>
              </a:defRPr>
            </a:lvl4pPr>
            <a:lvl5pPr algn="l">
              <a:defRPr sz="1950" b="0">
                <a:solidFill>
                  <a:srgbClr val="087D69"/>
                </a:solidFill>
                <a:latin typeface="Noto Sans KR"/>
                <a:ea typeface="Noto Sans KR"/>
                <a:cs typeface="Noto Sans KR"/>
              </a:defRPr>
            </a:lvl5pPr>
            <a:lvl6pPr algn="l">
              <a:defRPr sz="1950" b="0">
                <a:solidFill>
                  <a:srgbClr val="087D69"/>
                </a:solidFill>
                <a:latin typeface="Noto Sans KR"/>
                <a:ea typeface="Noto Sans KR"/>
                <a:cs typeface="Noto Sans KR"/>
              </a:defRPr>
            </a:lvl6pPr>
            <a:lvl7pPr algn="l">
              <a:defRPr sz="1950" b="0">
                <a:solidFill>
                  <a:srgbClr val="087D69"/>
                </a:solidFill>
                <a:latin typeface="Noto Sans KR"/>
                <a:ea typeface="Noto Sans KR"/>
                <a:cs typeface="Noto Sans KR"/>
              </a:defRPr>
            </a:lvl7pPr>
            <a:lvl8pPr algn="l">
              <a:defRPr sz="1950" b="0">
                <a:solidFill>
                  <a:srgbClr val="087D69"/>
                </a:solidFill>
                <a:latin typeface="Noto Sans KR"/>
                <a:ea typeface="Noto Sans KR"/>
                <a:cs typeface="Noto Sans KR"/>
              </a:defRPr>
            </a:lvl8pPr>
            <a:lvl9pPr algn="l">
              <a:defRPr sz="1950" b="0">
                <a:solidFill>
                  <a:srgbClr val="087D69"/>
                </a:solidFill>
                <a:latin typeface="Noto Sans KR"/>
                <a:ea typeface="Noto Sans KR"/>
                <a:cs typeface="Noto Sans KR"/>
              </a:defRPr>
            </a:lvl9pPr>
          </a:lstStyle>
          <a:p xmlns:a="http://schemas.openxmlformats.org/drawingml/2006/main">
            <a:pPr algn="l">
              <a:defRPr sz="1950" b="0">
                <a:solidFill>
                  <a:srgbClr val="087D69"/>
                </a:solidFill>
                <a:latin typeface="Noto Sans KR"/>
                <a:ea typeface="Noto Sans KR"/>
                <a:cs typeface="Noto Sans KR"/>
              </a:defRPr>
            </a:pPr>
            <a:r>
              <a:rPr sz="1950" b="0">
                <a:solidFill>
                  <a:srgbClr val="087D69"/>
                </a:solidFill>
                <a:latin typeface="Noto Sans KR"/>
                <a:ea typeface="Noto Sans KR"/>
                <a:cs typeface="Noto Sans KR"/>
              </a:rPr>
              <a:t>채택 후 MCP 본문 조회  /  미달 시 추가 증상 요청</a:t>
            </a:r>
          </a:p>
        </p:txBody>
      </p:sp>
      <p:sp>
        <p:nvSpPr>
          <p:cNvPr id="8" name="런북 6개를 문서 단위로 임베딩. 유사도는 확률이 아닙니다. 다">
            <a:extLst xmlns:a="http://schemas.openxmlformats.org/drawingml/2006/main">
              <a:ext uri="{FF2B5EF4-FFF2-40B4-BE49-F238E27FC236}">
                <a16:creationId xmlns:a16="http://schemas.microsoft.com/office/drawing/2014/main" id="{00B46E61-0E87-457F-8FE7-AB5D6B28E705}"/>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런북 6개를 문서 단위로 임베딩. 유사도는 확률이 아닙니다. 다음 개선: 기억 실패·실제 로그.</a:t>
            </a:r>
          </a:p>
        </p:txBody>
      </p:sp>
    </p:spTree>
    <p:extLst>
      <p:ext uri="{BB962C8B-B14F-4D97-AF65-F5344CB8AC3E}">
        <p14:creationId xmlns:p14="http://schemas.microsoft.com/office/powerpoint/2010/main" val="12909939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89FD9EF-B841-446A-93A2-3460C03A323F}"/>
              </a:ext>
            </a:extLst>
          </p:cNvPr>
          <p:cNvSpPr>
            <a:spLocks xmlns:a="http://schemas.openxmlformats.org/drawingml/2006/main" noGrp="1"/>
          </p:cNvSpPr>
          <p:nvPr/>
        </p:nvSpPr>
        <p:spPr>
          <a:xfrm xmlns:a="http://schemas.openxmlformats.org/drawingml/2006/main">
            <a:off x="762000" y="25527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5700" b="1">
                <a:solidFill>
                  <a:srgbClr val="173343"/>
                </a:solidFill>
                <a:latin typeface="Noto Sans KR"/>
                <a:ea typeface="Noto Sans KR"/>
                <a:cs typeface="Noto Sans KR"/>
              </a:defRPr>
            </a:defPPr>
            <a:lvl1pPr algn="ctr">
              <a:buNone/>
              <a:defRPr sz="5700" b="1">
                <a:solidFill>
                  <a:srgbClr val="173343"/>
                </a:solidFill>
                <a:latin typeface="Noto Sans KR"/>
                <a:ea typeface="Noto Sans KR"/>
                <a:cs typeface="Noto Sans KR"/>
              </a:defRPr>
            </a:lvl1pPr>
            <a:lvl2pPr algn="ctr">
              <a:buNone/>
              <a:defRPr sz="5700" b="1">
                <a:solidFill>
                  <a:srgbClr val="173343"/>
                </a:solidFill>
                <a:latin typeface="Noto Sans KR"/>
                <a:ea typeface="Noto Sans KR"/>
                <a:cs typeface="Noto Sans KR"/>
              </a:defRPr>
            </a:lvl2pPr>
            <a:lvl3pPr algn="ctr">
              <a:buNone/>
              <a:defRPr sz="5700" b="1">
                <a:solidFill>
                  <a:srgbClr val="173343"/>
                </a:solidFill>
                <a:latin typeface="Noto Sans KR"/>
                <a:ea typeface="Noto Sans KR"/>
                <a:cs typeface="Noto Sans KR"/>
              </a:defRPr>
            </a:lvl3pPr>
            <a:lvl4pPr algn="ctr">
              <a:buNone/>
              <a:defRPr sz="5700" b="1">
                <a:solidFill>
                  <a:srgbClr val="173343"/>
                </a:solidFill>
                <a:latin typeface="Noto Sans KR"/>
                <a:ea typeface="Noto Sans KR"/>
                <a:cs typeface="Noto Sans KR"/>
              </a:defRPr>
            </a:lvl4pPr>
            <a:lvl5pPr algn="ctr">
              <a:buNone/>
              <a:defRPr sz="5700" b="1">
                <a:solidFill>
                  <a:srgbClr val="173343"/>
                </a:solidFill>
                <a:latin typeface="Noto Sans KR"/>
                <a:ea typeface="Noto Sans KR"/>
                <a:cs typeface="Noto Sans KR"/>
              </a:defRPr>
            </a:lvl5pPr>
            <a:lvl6pPr algn="ctr">
              <a:buNone/>
              <a:defRPr sz="5700" b="1">
                <a:solidFill>
                  <a:srgbClr val="173343"/>
                </a:solidFill>
                <a:latin typeface="Noto Sans KR"/>
                <a:ea typeface="Noto Sans KR"/>
                <a:cs typeface="Noto Sans KR"/>
              </a:defRPr>
            </a:lvl6pPr>
            <a:lvl7pPr algn="ctr">
              <a:buNone/>
              <a:defRPr sz="5700" b="1">
                <a:solidFill>
                  <a:srgbClr val="173343"/>
                </a:solidFill>
                <a:latin typeface="Noto Sans KR"/>
                <a:ea typeface="Noto Sans KR"/>
                <a:cs typeface="Noto Sans KR"/>
              </a:defRPr>
            </a:lvl7pPr>
            <a:lvl8pPr algn="ctr">
              <a:buNone/>
              <a:defRPr sz="5700" b="1">
                <a:solidFill>
                  <a:srgbClr val="173343"/>
                </a:solidFill>
                <a:latin typeface="Noto Sans KR"/>
                <a:ea typeface="Noto Sans KR"/>
                <a:cs typeface="Noto Sans KR"/>
              </a:defRPr>
            </a:lvl8pPr>
            <a:lvl9pPr algn="ctr">
              <a:buNone/>
              <a:defRPr sz="5700" b="1">
                <a:solidFill>
                  <a:srgbClr val="173343"/>
                </a:solidFill>
                <a:latin typeface="Noto Sans KR"/>
                <a:ea typeface="Noto Sans KR"/>
                <a:cs typeface="Noto Sans KR"/>
              </a:defRPr>
            </a:lvl9pPr>
          </a:lstStyle>
          <a:p xmlns:a="http://schemas.openxmlformats.org/drawingml/2006/main">
            <a:pPr algn="ctr">
              <a:buNone/>
              <a:defRPr sz="5700" b="1">
                <a:solidFill>
                  <a:srgbClr val="173343"/>
                </a:solidFill>
                <a:latin typeface="Noto Sans KR"/>
                <a:ea typeface="Noto Sans KR"/>
                <a:cs typeface="Noto Sans KR"/>
              </a:defRPr>
            </a:pPr>
            <a:r>
              <a:rPr sz="5700" b="1">
                <a:solidFill>
                  <a:srgbClr val="173343"/>
                </a:solidFill>
                <a:latin typeface="Noto Sans KR"/>
                <a:ea typeface="Noto Sans KR"/>
                <a:cs typeface="Noto Sans KR"/>
              </a:rPr>
              <a:t>감사합니다</a:t>
            </a:r>
          </a:p>
        </p:txBody>
      </p:sp>
      <p:sp>
        <p:nvSpPr>
          <p:cNvPr id="2" name="">
            <a:extLst xmlns:a="http://schemas.openxmlformats.org/drawingml/2006/main">
              <a:ext uri="{FF2B5EF4-FFF2-40B4-BE49-F238E27FC236}">
                <a16:creationId xmlns:a16="http://schemas.microsoft.com/office/drawing/2014/main" id="{6DE75061-E94F-4026-B325-2827EF3CE8F4}"/>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07</a:t>
            </a:r>
          </a:p>
        </p:txBody>
      </p:sp>
      <p:sp>
        <p:nvSpPr>
          <p:cNvPr id="4" name="G087 신형섭">
            <a:extLst xmlns:a="http://schemas.openxmlformats.org/drawingml/2006/main">
              <a:ext uri="{FF2B5EF4-FFF2-40B4-BE49-F238E27FC236}">
                <a16:creationId xmlns:a16="http://schemas.microsoft.com/office/drawing/2014/main" id="{D6101B46-03D8-47DB-9915-E085F138D328}"/>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Tree>
    <p:extLst>
      <p:ext uri="{BB962C8B-B14F-4D97-AF65-F5344CB8AC3E}">
        <p14:creationId xmlns:p14="http://schemas.microsoft.com/office/powerpoint/2010/main" val="486618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CE3502-6B86-4BFC-A554-47797694AAAB}"/>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r">
              <a:buNone/>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8302FB40-93E3-42D3-A4FB-C2566E0B1C5B}"/>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3450" b="1">
                <a:solidFill>
                  <a:srgbClr val="173343"/>
                </a:solidFill>
                <a:latin typeface="Noto Sans KR"/>
                <a:ea typeface="Noto Sans KR"/>
                <a:cs typeface="Noto Sans KR"/>
              </a:defRPr>
            </a:pPr>
            <a:r>
              <a:rPr sz="3450" b="1">
                <a:solidFill>
                  <a:srgbClr val="173343"/>
                </a:solidFill>
                <a:latin typeface="Noto Sans KR"/>
                <a:ea typeface="Noto Sans KR"/>
                <a:cs typeface="Noto Sans KR"/>
              </a:rPr>
              <a:t>부록 · 변경별 동일 조건 수치</a:t>
            </a:r>
          </a:p>
        </p:txBody>
      </p:sp>
      <p:sp>
        <p:nvSpPr>
          <p:cNvPr id="3" name="">
            <a:extLst xmlns:a="http://schemas.openxmlformats.org/drawingml/2006/main">
              <a:ext uri="{FF2B5EF4-FFF2-40B4-BE49-F238E27FC236}">
                <a16:creationId xmlns:a16="http://schemas.microsoft.com/office/drawing/2014/main" id="{2F056F5D-8CC8-4649-A54A-F3623B1CCBB0}"/>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08</a:t>
            </a:r>
          </a:p>
        </p:txBody>
      </p:sp>
      <p:graphicFrame>
        <p:nvGraphicFramePr>
          <p:cNvPr id="4" name="">
            <a:extLst xmlns:a="http://schemas.openxmlformats.org/drawingml/2006/main">
              <a:ext uri="{FF2B5EF4-FFF2-40B4-BE49-F238E27FC236}">
                <a16:creationId xmlns:a16="http://schemas.microsoft.com/office/drawing/2014/main" id="{C2E3EB37-0E6D-493E-A2C2-22DB7655E25E}"/>
              </a:ext>
            </a:extLst>
          </p:cNvPr>
          <p:cNvGraphicFramePr/>
          <p:nvPr/>
        </p:nvGraphicFramePr>
        <p:xfrm>
          <a:off xmlns:a="http://schemas.openxmlformats.org/drawingml/2006/main" x="609600" y="2000250"/>
          <a:ext xmlns:a="http://schemas.openxmlformats.org/drawingml/2006/main" cx="10972800" cy="3333750"/>
        </p:xfrm>
        <a:graphic xmlns:a="http://schemas.openxmlformats.org/drawingml/2006/main">
          <a:graphicData uri="http://schemas.openxmlformats.org/drawingml/2006/table">
            <a:tbl>
              <a:tblPr firstRow="0" bandRow="0"/>
              <a:tblGrid>
                <a:gridCol w="2190750"/>
                <a:gridCol w="4191000"/>
                <a:gridCol w="4591050"/>
              </a:tblGrid>
              <a:tr h="666750">
                <a:tc>
                  <a:txBody>
                    <a:bodyPr/>
                    <a:lstStyle/>
                    <a:p>
                      <a:r>
                        <a:rPr sz="2250" b="1">
                          <a:solidFill>
                            <a:srgbClr val="FFFFFF"/>
                          </a:solidFill>
                          <a:latin typeface="Noto Sans KR"/>
                          <a:ea typeface="Noto Sans KR"/>
                          <a:cs typeface="Noto Sans KR"/>
                        </a:rPr>
                        <a:t>변경</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Noto Sans KR"/>
                          <a:ea typeface="Noto Sans KR"/>
                          <a:cs typeface="Noto Sans KR"/>
                        </a:rPr>
                        <a:t>통제 조건</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Noto Sans KR"/>
                          <a:ea typeface="Noto Sans KR"/>
                          <a:cs typeface="Noto Sans KR"/>
                        </a:rPr>
                        <a:t>Before / After</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666750">
                <a:tc>
                  <a:txBody>
                    <a:bodyPr/>
                    <a:lstStyle/>
                    <a:p>
                      <a:r>
                        <a:rPr sz="2250" b="0">
                          <a:solidFill>
                            <a:srgbClr val="173343"/>
                          </a:solidFill>
                          <a:latin typeface="Noto Sans KR"/>
                          <a:ea typeface="Noto Sans KR"/>
                          <a:cs typeface="Noto Sans KR"/>
                        </a:rPr>
                        <a:t>대상 정책</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fake·운영 질의 2개</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허용 외 조회 2/2 → 0/2</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RAG</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알려진 유형 6개</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정답 1/6 → 4/6</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전문 조사</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CPU 1사례·출처 3종</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출처 2/3 → 3/3</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요약 기억</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12턴·8B·고정 chat</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회수 0/5 → 5/5</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812B7E3-6FEC-4899-8777-28C7EB247986}"/>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800" b="0">
                <a:solidFill>
                  <a:srgbClr val="526A77"/>
                </a:solidFill>
                <a:latin typeface="Noto Sans KR"/>
                <a:ea typeface="Noto Sans KR"/>
                <a:cs typeface="Noto Sans KR"/>
              </a:defRPr>
            </a:pPr>
            <a:r>
              <a:rPr sz="1800" b="0">
                <a:solidFill>
                  <a:srgbClr val="526A77"/>
                </a:solidFill>
                <a:latin typeface="Noto Sans KR"/>
                <a:ea typeface="Noto Sans KR"/>
                <a:cs typeface="Noto Sans KR"/>
              </a:rPr>
              <a:t>각 행은 별도 실험. 단계별 재생 지연은 미계측이며 백엔드 비교와 구분합니다.</a:t>
            </a:r>
          </a:p>
        </p:txBody>
      </p:sp>
    </p:spTree>
    <p:extLst>
      <p:ext uri="{BB962C8B-B14F-4D97-AF65-F5344CB8AC3E}">
        <p14:creationId xmlns:p14="http://schemas.microsoft.com/office/powerpoint/2010/main" val="9097668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5E69FC-56C6-4A55-BD11-3915E12107E8}"/>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r">
              <a:buNone/>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94730980-6EE0-4061-9A8C-4D6F15A758B8}"/>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3450" b="1">
                <a:solidFill>
                  <a:srgbClr val="173343"/>
                </a:solidFill>
                <a:latin typeface="Noto Sans KR"/>
                <a:ea typeface="Noto Sans KR"/>
                <a:cs typeface="Noto Sans KR"/>
              </a:defRPr>
            </a:pPr>
            <a:r>
              <a:rPr sz="3450" b="1">
                <a:solidFill>
                  <a:srgbClr val="173343"/>
                </a:solidFill>
                <a:latin typeface="Noto Sans KR"/>
                <a:ea typeface="Noto Sans KR"/>
                <a:cs typeface="Noto Sans KR"/>
              </a:rPr>
              <a:t>부록 · 메모리와 Judge의 한계</a:t>
            </a:r>
          </a:p>
        </p:txBody>
      </p:sp>
      <p:sp>
        <p:nvSpPr>
          <p:cNvPr id="3" name="">
            <a:extLst xmlns:a="http://schemas.openxmlformats.org/drawingml/2006/main">
              <a:ext uri="{FF2B5EF4-FFF2-40B4-BE49-F238E27FC236}">
                <a16:creationId xmlns:a16="http://schemas.microsoft.com/office/drawing/2014/main" id="{C67414F0-9CA0-41F7-88A8-4A42C89BE761}"/>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09</a:t>
            </a:r>
          </a:p>
        </p:txBody>
      </p:sp>
      <p:graphicFrame>
        <p:nvGraphicFramePr>
          <p:cNvPr id="4" name="">
            <a:extLst xmlns:a="http://schemas.openxmlformats.org/drawingml/2006/main">
              <a:ext uri="{FF2B5EF4-FFF2-40B4-BE49-F238E27FC236}">
                <a16:creationId xmlns:a16="http://schemas.microsoft.com/office/drawing/2014/main" id="{BB80D403-04BE-49C1-A2D7-53D40A218105}"/>
              </a:ext>
            </a:extLst>
          </p:cNvPr>
          <p:cNvGraphicFramePr/>
          <p:nvPr/>
        </p:nvGraphicFramePr>
        <p:xfrm>
          <a:off xmlns:a="http://schemas.openxmlformats.org/drawingml/2006/main" x="609600" y="2000250"/>
          <a:ext xmlns:a="http://schemas.openxmlformats.org/drawingml/2006/main" cx="10972800" cy="3333750"/>
        </p:xfrm>
        <a:graphic xmlns:a="http://schemas.openxmlformats.org/drawingml/2006/main">
          <a:graphicData uri="http://schemas.openxmlformats.org/drawingml/2006/table">
            <a:tbl>
              <a:tblPr firstRow="0" bandRow="0"/>
              <a:tblGrid>
                <a:gridCol w="2762250"/>
                <a:gridCol w="3238500"/>
                <a:gridCol w="4972050"/>
              </a:tblGrid>
              <a:tr h="666750">
                <a:tc>
                  <a:txBody>
                    <a:bodyPr/>
                    <a:lstStyle/>
                    <a:p>
                      <a:r>
                        <a:rPr sz="2175" b="1">
                          <a:solidFill>
                            <a:srgbClr val="FFFFFF"/>
                          </a:solidFill>
                          <a:latin typeface="Noto Sans KR"/>
                          <a:ea typeface="Noto Sans KR"/>
                          <a:cs typeface="Noto Sans KR"/>
                        </a:rPr>
                        <a:t>항목</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175" b="1">
                          <a:solidFill>
                            <a:srgbClr val="FFFFFF"/>
                          </a:solidFill>
                          <a:latin typeface="Noto Sans KR"/>
                          <a:ea typeface="Noto Sans KR"/>
                          <a:cs typeface="Noto Sans KR"/>
                        </a:rPr>
                        <a:t>확인 결과</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175" b="1">
                          <a:solidFill>
                            <a:srgbClr val="FFFFFF"/>
                          </a:solidFill>
                          <a:latin typeface="Noto Sans KR"/>
                          <a:ea typeface="Noto Sans KR"/>
                          <a:cs typeface="Noto Sans KR"/>
                        </a:rPr>
                        <a:t>해석</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666750">
                <a:tc>
                  <a:txBody>
                    <a:bodyPr/>
                    <a:lstStyle/>
                    <a:p>
                      <a:r>
                        <a:rPr sz="2175" b="0">
                          <a:solidFill>
                            <a:srgbClr val="173343"/>
                          </a:solidFill>
                          <a:latin typeface="Noto Sans KR"/>
                          <a:ea typeface="Noto Sans KR"/>
                          <a:cs typeface="Noto Sans KR"/>
                        </a:rPr>
                        <a:t>메모리 총 토큰</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1,247 → 3,090</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147.8% 증가</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175" b="0">
                          <a:solidFill>
                            <a:srgbClr val="173343"/>
                          </a:solidFill>
                          <a:latin typeface="Noto Sans KR"/>
                          <a:ea typeface="Noto Sans KR"/>
                          <a:cs typeface="Noto Sans KR"/>
                        </a:rPr>
                        <a:t>Qwen 기억 실패</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허위 근거 ID</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요약 거부 후 fallback</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175" b="0">
                          <a:solidFill>
                            <a:srgbClr val="173343"/>
                          </a:solidFill>
                          <a:latin typeface="Noto Sans KR"/>
                          <a:ea typeface="Noto Sans KR"/>
                          <a:cs typeface="Noto Sans KR"/>
                        </a:rPr>
                        <a:t>오프라인 Judge</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38/39 scored</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계측 불일치 1행 제외</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175" b="0">
                          <a:solidFill>
                            <a:srgbClr val="173343"/>
                          </a:solidFill>
                          <a:latin typeface="Noto Sans KR"/>
                          <a:ea typeface="Noto Sans KR"/>
                          <a:cs typeface="Noto Sans KR"/>
                        </a:rPr>
                        <a:t>CPU groundedness</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모든 단계 4/4</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정책 차이 구분 못함</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102ABE6-531C-4E70-B23C-658B0775FBC3}"/>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800" b="0">
                <a:solidFill>
                  <a:srgbClr val="526A77"/>
                </a:solidFill>
                <a:latin typeface="Noto Sans KR"/>
                <a:ea typeface="Noto Sans KR"/>
                <a:cs typeface="Noto Sans KR"/>
              </a:defRPr>
            </a:pPr>
            <a:r>
              <a:rPr sz="1800" b="0">
                <a:solidFill>
                  <a:srgbClr val="526A77"/>
                </a:solidFill>
                <a:latin typeface="Noto Sans KR"/>
                <a:ea typeface="Noto Sans KR"/>
                <a:cs typeface="Noto Sans KR"/>
              </a:rPr>
              <a:t>사람 확인 4범주 방향 일치: Qwen·OpenAI 모두 4/4. 일반 평가 정확도는 미입증.</a:t>
            </a:r>
          </a:p>
        </p:txBody>
      </p:sp>
    </p:spTree>
    <p:extLst>
      <p:ext uri="{BB962C8B-B14F-4D97-AF65-F5344CB8AC3E}">
        <p14:creationId xmlns:p14="http://schemas.microsoft.com/office/powerpoint/2010/main" val="21408413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DD3FC53-0AA6-41FF-A026-E82FBB23A68F}"/>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r">
              <a:buNone/>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AB20AEE8-C5B0-4585-AC86-A57BBCF124DE}"/>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3450" b="1">
                <a:solidFill>
                  <a:srgbClr val="173343"/>
                </a:solidFill>
                <a:latin typeface="Noto Sans KR"/>
                <a:ea typeface="Noto Sans KR"/>
                <a:cs typeface="Noto Sans KR"/>
              </a:defRPr>
            </a:pPr>
            <a:r>
              <a:rPr sz="3450" b="1">
                <a:solidFill>
                  <a:srgbClr val="173343"/>
                </a:solidFill>
                <a:latin typeface="Noto Sans KR"/>
                <a:ea typeface="Noto Sans KR"/>
                <a:cs typeface="Noto Sans KR"/>
              </a:rPr>
              <a:t>부록 · 기술 적용과 개선 포인트</a:t>
            </a:r>
          </a:p>
        </p:txBody>
      </p:sp>
      <p:sp>
        <p:nvSpPr>
          <p:cNvPr id="3" name="">
            <a:extLst xmlns:a="http://schemas.openxmlformats.org/drawingml/2006/main">
              <a:ext uri="{FF2B5EF4-FFF2-40B4-BE49-F238E27FC236}">
                <a16:creationId xmlns:a16="http://schemas.microsoft.com/office/drawing/2014/main" id="{7E48EFD8-4094-4FE0-A6D1-32BA3378285B}"/>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10</a:t>
            </a:r>
          </a:p>
        </p:txBody>
      </p:sp>
      <p:sp>
        <p:nvSpPr>
          <p:cNvPr id="4" name="">
            <a:extLst xmlns:a="http://schemas.openxmlformats.org/drawingml/2006/main">
              <a:ext uri="{FF2B5EF4-FFF2-40B4-BE49-F238E27FC236}">
                <a16:creationId xmlns:a16="http://schemas.microsoft.com/office/drawing/2014/main" id="{4344B8AD-81A4-4245-9A8F-8A74947B1741}"/>
              </a:ext>
            </a:extLst>
          </p:cNvPr>
          <p:cNvSpPr>
            <a:spLocks xmlns:a="http://schemas.openxmlformats.org/drawingml/2006/main" noGrp="1"/>
          </p:cNvSpPr>
          <p:nvPr/>
        </p:nvSpPr>
        <p:spPr>
          <a:xfrm xmlns:a="http://schemas.openxmlformats.org/drawingml/2006/main">
            <a:off x="609600" y="194310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087D69"/>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087D69"/>
                </a:solidFill>
                <a:latin typeface="Noto Sans KR"/>
                <a:ea typeface="Noto Sans KR"/>
                <a:cs typeface="Noto Sans KR"/>
              </a:defRPr>
            </a:pPr>
            <a:r>
              <a:rPr sz="1950" b="1">
                <a:solidFill>
                  <a:srgbClr val="087D69"/>
                </a:solidFill>
                <a:latin typeface="Noto Sans KR"/>
                <a:ea typeface="Noto Sans KR"/>
                <a:cs typeface="Noto Sans KR"/>
              </a:rPr>
              <a:t>Multi-Agent</a:t>
            </a:r>
          </a:p>
        </p:txBody>
      </p:sp>
      <p:sp>
        <p:nvSpPr>
          <p:cNvPr id="5" name="">
            <a:extLst xmlns:a="http://schemas.openxmlformats.org/drawingml/2006/main">
              <a:ext uri="{FF2B5EF4-FFF2-40B4-BE49-F238E27FC236}">
                <a16:creationId xmlns:a16="http://schemas.microsoft.com/office/drawing/2014/main" id="{4F3365D2-8B06-4809-8104-C3DF8713FB68}"/>
              </a:ext>
            </a:extLst>
          </p:cNvPr>
          <p:cNvSpPr>
            <a:spLocks xmlns:a="http://schemas.openxmlformats.org/drawingml/2006/main" noGrp="1"/>
          </p:cNvSpPr>
          <p:nvPr/>
        </p:nvSpPr>
        <p:spPr>
          <a:xfrm xmlns:a="http://schemas.openxmlformats.org/drawingml/2006/main">
            <a:off x="4019550" y="194310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73343"/>
                </a:solidFill>
                <a:latin typeface="Noto Sans KR"/>
                <a:ea typeface="Noto Sans KR"/>
                <a:cs typeface="Noto Sans KR"/>
              </a:defRPr>
            </a:pPr>
            <a:r>
              <a:rPr sz="2250" b="0">
                <a:solidFill>
                  <a:srgbClr val="173343"/>
                </a:solidFill>
                <a:latin typeface="Noto Sans KR"/>
                <a:ea typeface="Noto Sans KR"/>
                <a:cs typeface="Noto Sans KR"/>
              </a:rPr>
              <a:t>전문 compiled subgraph·부분 실패 계약</a:t>
            </a:r>
          </a:p>
        </p:txBody>
      </p:sp>
      <p:sp>
        <p:nvSpPr>
          <p:cNvPr id="6" name="">
            <a:extLst xmlns:a="http://schemas.openxmlformats.org/drawingml/2006/main">
              <a:ext uri="{FF2B5EF4-FFF2-40B4-BE49-F238E27FC236}">
                <a16:creationId xmlns:a16="http://schemas.microsoft.com/office/drawing/2014/main" id="{02130C47-121C-4EC5-9606-117F7C0F362B}"/>
              </a:ext>
            </a:extLst>
          </p:cNvPr>
          <p:cNvSpPr>
            <a:spLocks xmlns:a="http://schemas.openxmlformats.org/drawingml/2006/main" noGrp="1"/>
          </p:cNvSpPr>
          <p:nvPr/>
        </p:nvSpPr>
        <p:spPr>
          <a:xfrm xmlns:a="http://schemas.openxmlformats.org/drawingml/2006/main">
            <a:off x="609600" y="2676525"/>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087D69"/>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087D69"/>
                </a:solidFill>
                <a:latin typeface="Noto Sans KR"/>
                <a:ea typeface="Noto Sans KR"/>
                <a:cs typeface="Noto Sans KR"/>
              </a:defRPr>
            </a:pPr>
            <a:r>
              <a:rPr sz="1950" b="1">
                <a:solidFill>
                  <a:srgbClr val="087D69"/>
                </a:solidFill>
                <a:latin typeface="Noto Sans KR"/>
                <a:ea typeface="Noto Sans KR"/>
                <a:cs typeface="Noto Sans KR"/>
              </a:rPr>
              <a:t>MCP·의존성 주입</a:t>
            </a:r>
          </a:p>
        </p:txBody>
      </p:sp>
      <p:sp>
        <p:nvSpPr>
          <p:cNvPr id="7" name="">
            <a:extLst xmlns:a="http://schemas.openxmlformats.org/drawingml/2006/main">
              <a:ext uri="{FF2B5EF4-FFF2-40B4-BE49-F238E27FC236}">
                <a16:creationId xmlns:a16="http://schemas.microsoft.com/office/drawing/2014/main" id="{865D263F-4DC0-4991-A4EE-DF8A98C5D144}"/>
              </a:ext>
            </a:extLst>
          </p:cNvPr>
          <p:cNvSpPr>
            <a:spLocks xmlns:a="http://schemas.openxmlformats.org/drawingml/2006/main" noGrp="1"/>
          </p:cNvSpPr>
          <p:nvPr/>
        </p:nvSpPr>
        <p:spPr>
          <a:xfrm xmlns:a="http://schemas.openxmlformats.org/drawingml/2006/main">
            <a:off x="4019550" y="26765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73343"/>
                </a:solidFill>
                <a:latin typeface="Noto Sans KR"/>
                <a:ea typeface="Noto Sans KR"/>
                <a:cs typeface="Noto Sans KR"/>
              </a:defRPr>
            </a:pPr>
            <a:r>
              <a:rPr sz="2250" b="0">
                <a:solidFill>
                  <a:srgbClr val="173343"/>
                </a:solidFill>
                <a:latin typeface="Noto Sans KR"/>
                <a:ea typeface="Noto Sans KR"/>
                <a:cs typeface="Noto Sans KR"/>
              </a:rPr>
              <a:t>기존 세션 재사용·로그 Tool·deps 확장</a:t>
            </a:r>
          </a:p>
        </p:txBody>
      </p:sp>
      <p:sp>
        <p:nvSpPr>
          <p:cNvPr id="8" name="">
            <a:extLst xmlns:a="http://schemas.openxmlformats.org/drawingml/2006/main">
              <a:ext uri="{FF2B5EF4-FFF2-40B4-BE49-F238E27FC236}">
                <a16:creationId xmlns:a16="http://schemas.microsoft.com/office/drawing/2014/main" id="{AC68F6E5-AAB3-4D57-BF4C-227D5554F52C}"/>
              </a:ext>
            </a:extLst>
          </p:cNvPr>
          <p:cNvSpPr>
            <a:spLocks xmlns:a="http://schemas.openxmlformats.org/drawingml/2006/main" noGrp="1"/>
          </p:cNvSpPr>
          <p:nvPr/>
        </p:nvSpPr>
        <p:spPr>
          <a:xfrm xmlns:a="http://schemas.openxmlformats.org/drawingml/2006/main">
            <a:off x="609600" y="340995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087D69"/>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087D69"/>
                </a:solidFill>
                <a:latin typeface="Noto Sans KR"/>
                <a:ea typeface="Noto Sans KR"/>
                <a:cs typeface="Noto Sans KR"/>
              </a:defRPr>
            </a:pPr>
            <a:r>
              <a:rPr sz="1950" b="1">
                <a:solidFill>
                  <a:srgbClr val="087D69"/>
                </a:solidFill>
                <a:latin typeface="Noto Sans KR"/>
                <a:ea typeface="Noto Sans KR"/>
                <a:cs typeface="Noto Sans KR"/>
              </a:rPr>
              <a:t>RAG·모듈화</a:t>
            </a:r>
          </a:p>
        </p:txBody>
      </p:sp>
      <p:sp>
        <p:nvSpPr>
          <p:cNvPr id="9" name="">
            <a:extLst xmlns:a="http://schemas.openxmlformats.org/drawingml/2006/main">
              <a:ext uri="{FF2B5EF4-FFF2-40B4-BE49-F238E27FC236}">
                <a16:creationId xmlns:a16="http://schemas.microsoft.com/office/drawing/2014/main" id="{E86E6275-9F3C-4705-97E1-A93B7312C84B}"/>
              </a:ext>
            </a:extLst>
          </p:cNvPr>
          <p:cNvSpPr>
            <a:spLocks xmlns:a="http://schemas.openxmlformats.org/drawingml/2006/main" noGrp="1"/>
          </p:cNvSpPr>
          <p:nvPr/>
        </p:nvSpPr>
        <p:spPr>
          <a:xfrm xmlns:a="http://schemas.openxmlformats.org/drawingml/2006/main">
            <a:off x="4019550" y="34099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73343"/>
                </a:solidFill>
                <a:latin typeface="Noto Sans KR"/>
                <a:ea typeface="Noto Sans KR"/>
                <a:cs typeface="Noto Sans KR"/>
              </a:defRPr>
            </a:pPr>
            <a:r>
              <a:rPr sz="2250" b="0">
                <a:solidFill>
                  <a:srgbClr val="173343"/>
                </a:solidFill>
                <a:latin typeface="Noto Sans KR"/>
                <a:ea typeface="Noto Sans KR"/>
                <a:cs typeface="Noto Sans KR"/>
              </a:rPr>
              <a:t>E5·Chroma 검색·조사·요약 책임 분리</a:t>
            </a:r>
          </a:p>
        </p:txBody>
      </p:sp>
      <p:sp>
        <p:nvSpPr>
          <p:cNvPr id="10" name="">
            <a:extLst xmlns:a="http://schemas.openxmlformats.org/drawingml/2006/main">
              <a:ext uri="{FF2B5EF4-FFF2-40B4-BE49-F238E27FC236}">
                <a16:creationId xmlns:a16="http://schemas.microsoft.com/office/drawing/2014/main" id="{37744C95-A34A-473A-9365-E8A6BBBD61B7}"/>
              </a:ext>
            </a:extLst>
          </p:cNvPr>
          <p:cNvSpPr>
            <a:spLocks xmlns:a="http://schemas.openxmlformats.org/drawingml/2006/main" noGrp="1"/>
          </p:cNvSpPr>
          <p:nvPr/>
        </p:nvSpPr>
        <p:spPr>
          <a:xfrm xmlns:a="http://schemas.openxmlformats.org/drawingml/2006/main">
            <a:off x="609600" y="4143375"/>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087D69"/>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087D69"/>
                </a:solidFill>
                <a:latin typeface="Noto Sans KR"/>
                <a:ea typeface="Noto Sans KR"/>
                <a:cs typeface="Noto Sans KR"/>
              </a:defRPr>
            </a:pPr>
            <a:r>
              <a:rPr sz="1950" b="1">
                <a:solidFill>
                  <a:srgbClr val="087D69"/>
                </a:solidFill>
                <a:latin typeface="Noto Sans KR"/>
                <a:ea typeface="Noto Sans KR"/>
                <a:cs typeface="Noto Sans KR"/>
              </a:rPr>
              <a:t>LangSmith·단위 테스트</a:t>
            </a:r>
          </a:p>
        </p:txBody>
      </p:sp>
      <p:sp>
        <p:nvSpPr>
          <p:cNvPr id="11" name="">
            <a:extLst xmlns:a="http://schemas.openxmlformats.org/drawingml/2006/main">
              <a:ext uri="{FF2B5EF4-FFF2-40B4-BE49-F238E27FC236}">
                <a16:creationId xmlns:a16="http://schemas.microsoft.com/office/drawing/2014/main" id="{26BD574F-F78B-4A85-ABA3-86AD2AC6805D}"/>
              </a:ext>
            </a:extLst>
          </p:cNvPr>
          <p:cNvSpPr>
            <a:spLocks xmlns:a="http://schemas.openxmlformats.org/drawingml/2006/main" noGrp="1"/>
          </p:cNvSpPr>
          <p:nvPr/>
        </p:nvSpPr>
        <p:spPr>
          <a:xfrm xmlns:a="http://schemas.openxmlformats.org/drawingml/2006/main">
            <a:off x="4019550" y="414337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73343"/>
                </a:solidFill>
                <a:latin typeface="Noto Sans KR"/>
                <a:ea typeface="Noto Sans KR"/>
                <a:cs typeface="Noto Sans KR"/>
              </a:defRPr>
            </a:pPr>
            <a:r>
              <a:rPr sz="2250" b="0">
                <a:solidFill>
                  <a:srgbClr val="173343"/>
                </a:solidFill>
                <a:latin typeface="Noto Sans KR"/>
                <a:ea typeface="Noto Sans KR"/>
                <a:cs typeface="Noto Sans KR"/>
              </a:rPr>
              <a:t>trace 확장·SSE 9개·OpenAI 응답 6개</a:t>
            </a:r>
          </a:p>
        </p:txBody>
      </p:sp>
      <p:sp>
        <p:nvSpPr>
          <p:cNvPr id="12" name="">
            <a:extLst xmlns:a="http://schemas.openxmlformats.org/drawingml/2006/main">
              <a:ext uri="{FF2B5EF4-FFF2-40B4-BE49-F238E27FC236}">
                <a16:creationId xmlns:a16="http://schemas.microsoft.com/office/drawing/2014/main" id="{27E11E74-054A-49CA-BB5F-F301194972B8}"/>
              </a:ext>
            </a:extLst>
          </p:cNvPr>
          <p:cNvSpPr>
            <a:spLocks xmlns:a="http://schemas.openxmlformats.org/drawingml/2006/main" noGrp="1"/>
          </p:cNvSpPr>
          <p:nvPr/>
        </p:nvSpPr>
        <p:spPr>
          <a:xfrm xmlns:a="http://schemas.openxmlformats.org/drawingml/2006/main">
            <a:off x="609600" y="487680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087D69"/>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087D69"/>
                </a:solidFill>
                <a:latin typeface="Noto Sans KR"/>
                <a:ea typeface="Noto Sans KR"/>
                <a:cs typeface="Noto Sans KR"/>
              </a:defRPr>
            </a:pPr>
            <a:r>
              <a:rPr sz="1950" b="1">
                <a:solidFill>
                  <a:srgbClr val="087D69"/>
                </a:solidFill>
                <a:latin typeface="Noto Sans KR"/>
                <a:ea typeface="Noto Sans KR"/>
                <a:cs typeface="Noto Sans KR"/>
              </a:rPr>
              <a:t>다음 개선</a:t>
            </a:r>
          </a:p>
        </p:txBody>
      </p:sp>
      <p:sp>
        <p:nvSpPr>
          <p:cNvPr id="13" name="">
            <a:extLst xmlns:a="http://schemas.openxmlformats.org/drawingml/2006/main">
              <a:ext uri="{FF2B5EF4-FFF2-40B4-BE49-F238E27FC236}">
                <a16:creationId xmlns:a16="http://schemas.microsoft.com/office/drawing/2014/main" id="{3E5B70F1-9A76-4CCB-B009-98217E3B8376}"/>
              </a:ext>
            </a:extLst>
          </p:cNvPr>
          <p:cNvSpPr>
            <a:spLocks xmlns:a="http://schemas.openxmlformats.org/drawingml/2006/main" noGrp="1"/>
          </p:cNvSpPr>
          <p:nvPr/>
        </p:nvSpPr>
        <p:spPr>
          <a:xfrm xmlns:a="http://schemas.openxmlformats.org/drawingml/2006/main">
            <a:off x="4019550" y="487680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73343"/>
                </a:solidFill>
                <a:latin typeface="Noto Sans KR"/>
                <a:ea typeface="Noto Sans KR"/>
                <a:cs typeface="Noto Sans KR"/>
              </a:defRPr>
            </a:pPr>
            <a:r>
              <a:rPr sz="2250" b="0">
                <a:solidFill>
                  <a:srgbClr val="173343"/>
                </a:solidFill>
                <a:latin typeface="Noto Sans KR"/>
                <a:ea typeface="Noto Sans KR"/>
                <a:cs typeface="Noto Sans KR"/>
              </a:rPr>
              <a:t>기억 사례 확대·실제 로그·동기 호출 취소</a:t>
            </a:r>
          </a:p>
        </p:txBody>
      </p:sp>
      <p:sp>
        <p:nvSpPr>
          <p:cNvPr id="14" name="">
            <a:extLst xmlns:a="http://schemas.openxmlformats.org/drawingml/2006/main">
              <a:ext uri="{FF2B5EF4-FFF2-40B4-BE49-F238E27FC236}">
                <a16:creationId xmlns:a16="http://schemas.microsoft.com/office/drawing/2014/main" id="{934A69E6-6EE9-45D7-99AC-8C6992C9AF55}"/>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800" b="0">
                <a:solidFill>
                  <a:srgbClr val="526A77"/>
                </a:solidFill>
                <a:latin typeface="Noto Sans KR"/>
                <a:ea typeface="Noto Sans KR"/>
                <a:cs typeface="Noto Sans KR"/>
              </a:defRPr>
            </a:pPr>
            <a:r>
              <a:rPr sz="1800" b="0">
                <a:solidFill>
                  <a:srgbClr val="526A77"/>
                </a:solidFill>
                <a:latin typeface="Noto Sans KR"/>
                <a:ea typeface="Noto Sans KR"/>
                <a:cs typeface="Noto Sans KR"/>
              </a:rPr>
              <a:t>전체 213 PASS·13 XFAIL / 공개 116 PASS·5 XFAIL. MCP I/O는 직렬, 부하 시험 미실시.</a:t>
            </a:r>
          </a:p>
        </p:txBody>
      </p:sp>
    </p:spTree>
    <p:extLst>
      <p:ext uri="{BB962C8B-B14F-4D97-AF65-F5344CB8AC3E}">
        <p14:creationId xmlns:p14="http://schemas.microsoft.com/office/powerpoint/2010/main" val="7010935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5845A4-6269-400F-AE03-5C1640B34A13}"/>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r">
              <a:buNone/>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56542CDC-3C8B-4112-A24D-4967F69D5168}"/>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3450" b="1">
                <a:solidFill>
                  <a:srgbClr val="173343"/>
                </a:solidFill>
                <a:latin typeface="Noto Sans KR"/>
                <a:ea typeface="Noto Sans KR"/>
                <a:cs typeface="Noto Sans KR"/>
              </a:defRPr>
            </a:pPr>
            <a:r>
              <a:rPr sz="3450" b="1">
                <a:solidFill>
                  <a:srgbClr val="173343"/>
                </a:solidFill>
                <a:latin typeface="Noto Sans KR"/>
                <a:ea typeface="Noto Sans KR"/>
                <a:cs typeface="Noto Sans KR"/>
              </a:rPr>
              <a:t>부록 · Qwen과 OpenAI 교차 검증</a:t>
            </a:r>
          </a:p>
        </p:txBody>
      </p:sp>
      <p:sp>
        <p:nvSpPr>
          <p:cNvPr id="3" name="">
            <a:extLst xmlns:a="http://schemas.openxmlformats.org/drawingml/2006/main">
              <a:ext uri="{FF2B5EF4-FFF2-40B4-BE49-F238E27FC236}">
                <a16:creationId xmlns:a16="http://schemas.microsoft.com/office/drawing/2014/main" id="{ABE8C1FB-8210-44F7-AC71-A3AC88DC9AFC}"/>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11</a:t>
            </a:r>
          </a:p>
        </p:txBody>
      </p:sp>
      <p:graphicFrame>
        <p:nvGraphicFramePr>
          <p:cNvPr id="4" name="">
            <a:extLst xmlns:a="http://schemas.openxmlformats.org/drawingml/2006/main">
              <a:ext uri="{FF2B5EF4-FFF2-40B4-BE49-F238E27FC236}">
                <a16:creationId xmlns:a16="http://schemas.microsoft.com/office/drawing/2014/main" id="{CB4D2298-0060-4C7B-B86E-1A3D80781A30}"/>
              </a:ext>
            </a:extLst>
          </p:cNvPr>
          <p:cNvGraphicFramePr/>
          <p:nvPr/>
        </p:nvGraphicFramePr>
        <p:xfrm>
          <a:off xmlns:a="http://schemas.openxmlformats.org/drawingml/2006/main" x="609600" y="2000250"/>
          <a:ext xmlns:a="http://schemas.openxmlformats.org/drawingml/2006/main" cx="10972800" cy="3333750"/>
        </p:xfrm>
        <a:graphic xmlns:a="http://schemas.openxmlformats.org/drawingml/2006/main">
          <a:graphicData uri="http://schemas.openxmlformats.org/drawingml/2006/table">
            <a:tbl>
              <a:tblPr firstRow="0" bandRow="0"/>
              <a:tblGrid>
                <a:gridCol w="4438650"/>
                <a:gridCol w="3267075"/>
                <a:gridCol w="3267075"/>
              </a:tblGrid>
              <a:tr h="666750">
                <a:tc>
                  <a:txBody>
                    <a:bodyPr/>
                    <a:lstStyle/>
                    <a:p>
                      <a:r>
                        <a:rPr sz="2250" b="1">
                          <a:solidFill>
                            <a:srgbClr val="FFFFFF"/>
                          </a:solidFill>
                          <a:latin typeface="Noto Sans KR"/>
                          <a:ea typeface="Noto Sans KR"/>
                          <a:cs typeface="Noto Sans KR"/>
                        </a:rPr>
                        <a:t>같은 최종 코드 비교</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Noto Sans KR"/>
                          <a:ea typeface="Noto Sans KR"/>
                          <a:cs typeface="Noto Sans KR"/>
                        </a:rPr>
                        <a:t>Qwen 8B / 8B</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Noto Sans KR"/>
                          <a:ea typeface="Noto Sans KR"/>
                          <a:cs typeface="Noto Sans KR"/>
                        </a:rPr>
                        <a:t>OpenAI mini / 4o</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666750">
                <a:tc>
                  <a:txBody>
                    <a:bodyPr/>
                    <a:lstStyle/>
                    <a:p>
                      <a:r>
                        <a:rPr sz="2250" b="0">
                          <a:solidFill>
                            <a:srgbClr val="173343"/>
                          </a:solidFill>
                          <a:latin typeface="Noto Sans KR"/>
                          <a:ea typeface="Noto Sans KR"/>
                          <a:cs typeface="Noto Sans KR"/>
                        </a:rPr>
                        <a:t>인사 HTTP p50</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1.12초</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1.70초</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CPU HTTP p50</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12.50초</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4.70초</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이름 회상</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0/10</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10/10</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측정 40요청 API 비용</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로컬 청구 $0</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$0.06398 추정</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F0BA146-08D5-4062-A283-A1F6213B1C24}"/>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800" b="0">
                <a:solidFill>
                  <a:srgbClr val="526A77"/>
                </a:solidFill>
                <a:latin typeface="Noto Sans KR"/>
                <a:ea typeface="Noto Sans KR"/>
                <a:cs typeface="Noto Sans KR"/>
              </a:defRPr>
            </a:pPr>
            <a:r>
              <a:rPr sz="1800" b="0">
                <a:solidFill>
                  <a:srgbClr val="526A77"/>
                </a:solidFill>
                <a:latin typeface="Noto Sans KR"/>
                <a:ea typeface="Noto Sans KR"/>
                <a:cs typeface="Noto Sans KR"/>
              </a:rPr>
              <a:t>96요청 중 측정 80건. 지연 n=5, 회상은 한 이력 반복. 실제 청구·전력 비용 미측정.</a:t>
            </a:r>
          </a:p>
        </p:txBody>
      </p:sp>
    </p:spTree>
    <p:extLst>
      <p:ext uri="{BB962C8B-B14F-4D97-AF65-F5344CB8AC3E}">
        <p14:creationId xmlns:p14="http://schemas.microsoft.com/office/powerpoint/2010/main" val="2738714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728034-677B-4C57-99E5-BA662C8F72CB}"/>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r">
              <a:buNone/>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208B5C20-F550-435C-A6F9-D5B7EB6E46D4}"/>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3450" b="1">
                <a:solidFill>
                  <a:srgbClr val="173343"/>
                </a:solidFill>
                <a:latin typeface="Noto Sans KR"/>
                <a:ea typeface="Noto Sans KR"/>
                <a:cs typeface="Noto Sans KR"/>
              </a:defRPr>
            </a:pPr>
            <a:r>
              <a:rPr sz="3450" b="1">
                <a:solidFill>
                  <a:srgbClr val="173343"/>
                </a:solidFill>
                <a:latin typeface="Noto Sans KR"/>
                <a:ea typeface="Noto Sans KR"/>
                <a:cs typeface="Noto Sans KR"/>
              </a:rPr>
              <a:t>부록 · 최종 Qwen 실행 화면</a:t>
            </a:r>
          </a:p>
        </p:txBody>
      </p:sp>
      <p:sp>
        <p:nvSpPr>
          <p:cNvPr id="3" name="">
            <a:extLst xmlns:a="http://schemas.openxmlformats.org/drawingml/2006/main">
              <a:ext uri="{FF2B5EF4-FFF2-40B4-BE49-F238E27FC236}">
                <a16:creationId xmlns:a16="http://schemas.microsoft.com/office/drawing/2014/main" id="{480F54DB-13AA-4F40-9AFC-02ACA58010B5}"/>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12</a:t>
            </a:r>
          </a:p>
        </p:txBody>
      </p:sp>
      <p:sp>
        <p:nvSpPr>
          <p:cNvPr id="5" name="">
            <a:extLst xmlns:a="http://schemas.openxmlformats.org/drawingml/2006/main">
              <a:ext uri="{FF2B5EF4-FFF2-40B4-BE49-F238E27FC236}">
                <a16:creationId xmlns:a16="http://schemas.microsoft.com/office/drawing/2014/main" id="{2B6720B0-7792-4C50-8708-CA92837AEFC8}"/>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800" b="0">
                <a:solidFill>
                  <a:srgbClr val="526A77"/>
                </a:solidFill>
                <a:latin typeface="Noto Sans KR"/>
                <a:ea typeface="Noto Sans KR"/>
                <a:cs typeface="Noto Sans KR"/>
              </a:defRPr>
            </a:pPr>
            <a:r>
              <a:rPr sz="1800" b="0">
                <a:solidFill>
                  <a:srgbClr val="526A77"/>
                </a:solidFill>
                <a:latin typeface="Noto Sans KR"/>
                <a:ea typeface="Noto Sans KR"/>
                <a:cs typeface="Noto Sans KR"/>
              </a:rPr>
              <a:t>실제 Qwen 8B · strict/RAG/multi/summary. 근거는 합성 데이터이며 조치는 미실행 권고.</a:t>
            </a:r>
          </a:p>
        </p:txBody>
      </p:sp>
      <p:pic>
        <p:nvPicPr>
          <p:cNvPr id="7" name="">
            <a:extLst xmlns:a="http://schemas.openxmlformats.org/drawingml/2006/main">
              <a:ext uri="{FF2B5EF4-FFF2-40B4-BE49-F238E27FC236}">
                <a16:creationId xmlns:a16="http://schemas.microsoft.com/office/drawing/2014/main" id="{B8A12BEB-8923-482A-94C1-15F2A0FF6A24}"/>
              </a:ext>
            </a:extLst>
          </p:cNvPr>
          <p:cNvPicPr>
            <a:picLocks xmlns:a="http://schemas.openxmlformats.org/drawingml/2006/main" noChangeAspect="1"/>
          </p:cNvPicPr>
          <p:nvPr/>
        </p:nvPicPr>
        <p:blipFill>
          <a:blip xmlns:r="http://schemas.openxmlformats.org/officeDocument/2006/relationships" xmlns:a="http://schemas.openxmlformats.org/drawingml/2006/main" r:embed="Rd1d62957fbf34ce2"/>
          <a:stretch xmlns:a="http://schemas.openxmlformats.org/drawingml/2006/main"/>
        </p:blipFill>
        <p:spPr>
          <a:xfrm xmlns:a="http://schemas.openxmlformats.org/drawingml/2006/main">
            <a:off x="2388220" y="1962150"/>
            <a:ext cx="7415561" cy="3619500"/>
          </a:xfrm>
          <a:prstGeom xmlns:a="http://schemas.openxmlformats.org/drawingml/2006/main" prst="rect">
            <a:avLst/>
          </a:prstGeom>
        </p:spPr>
      </p:pic>
    </p:spTree>
    <p:extLst>
      <p:ext uri="{BB962C8B-B14F-4D97-AF65-F5344CB8AC3E}">
        <p14:creationId xmlns:p14="http://schemas.microsoft.com/office/powerpoint/2010/main" val="8182277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2026-10-22T02:38:18.6010000Z</dcterms:created>
  <dcterms:modified xsi:type="dcterms:W3CDTF">2026-10-22T02:38:18.6020000Z</dcterms:modified>
</coreProperties>
</file>