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slides/charts/chart1.xml" ContentType="application/vnd.openxmlformats-officedocument.drawingml.chart+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6b1cb0cf360c4d13" /><Relationship Type="http://schemas.openxmlformats.org/officeDocument/2006/relationships/extended-properties" Target="/docProps/app.xml" Id="R0531a7f19fc84618" /><Relationship Type="http://schemas.openxmlformats.org/officeDocument/2006/relationships/officeDocument" Target="/ppt/presentation.xml" Id="Rc873dddcb7e94d21" /></Relationships>
</file>

<file path=ppt/presentation.xml><?xml version="1.0" encoding="utf-8"?>
<p:presentation xmlns:p="http://schemas.openxmlformats.org/presentationml/2006/main">
  <p:sldMasterIdLst>
    <p:sldMasterId xmlns:r="http://schemas.openxmlformats.org/officeDocument/2006/relationships" id="2147483648" r:id="R750de5a6d6014088"/>
  </p:sldMasterIdLst>
  <p:notesMasterIdLst>
    <p:notesMasterId xmlns:r="http://schemas.openxmlformats.org/officeDocument/2006/relationships" r:id="Rd990a4f5baef49ac"/>
  </p:notesMasterIdLst>
  <p:sldIdLst>
    <p:sldId xmlns:r="http://schemas.openxmlformats.org/officeDocument/2006/relationships" id="256" r:id="R699b4d898b5040e3"/>
    <p:sldId xmlns:r="http://schemas.openxmlformats.org/officeDocument/2006/relationships" id="257" r:id="R4a2aa4ec179845cc"/>
    <p:sldId xmlns:r="http://schemas.openxmlformats.org/officeDocument/2006/relationships" id="258" r:id="R0a35e134f88f427e"/>
    <p:sldId xmlns:r="http://schemas.openxmlformats.org/officeDocument/2006/relationships" id="259" r:id="R943f7c8ac027458a"/>
    <p:sldId xmlns:r="http://schemas.openxmlformats.org/officeDocument/2006/relationships" id="260" r:id="R0ef6aeb7ca804f92"/>
    <p:sldId xmlns:r="http://schemas.openxmlformats.org/officeDocument/2006/relationships" id="261" r:id="Rbe2724393d68410e"/>
    <p:sldId xmlns:r="http://schemas.openxmlformats.org/officeDocument/2006/relationships" id="262" r:id="Rcef9e854a17d4fda"/>
    <p:sldId xmlns:r="http://schemas.openxmlformats.org/officeDocument/2006/relationships" id="263" r:id="R4e9d76f09c8642e2"/>
    <p:sldId xmlns:r="http://schemas.openxmlformats.org/officeDocument/2006/relationships" id="264" r:id="Rbff67ddfd40d49f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44c9a07dcd444de" /><Relationship Type="http://schemas.openxmlformats.org/officeDocument/2006/relationships/slideMaster" Target="/ppt/slideMasters/slideMaster1.xml" Id="R750de5a6d6014088" /><Relationship Type="http://schemas.openxmlformats.org/officeDocument/2006/relationships/notesMaster" Target="/ppt/notesMasters/notesMaster1.xml" Id="Rd990a4f5baef49ac" /><Relationship Type="http://schemas.openxmlformats.org/officeDocument/2006/relationships/presProps" Target="/ppt/presProps.xml" Id="Rf7ce5a9b783a4e3f" /><Relationship Type="http://schemas.openxmlformats.org/officeDocument/2006/relationships/tableStyles" Target="/ppt/tableStyles.xml" Id="R385fbe7041b8425c" /><Relationship Type="http://schemas.openxmlformats.org/officeDocument/2006/relationships/slide" Target="/ppt/slides/slide1.xml" Id="R699b4d898b5040e3" /><Relationship Type="http://schemas.openxmlformats.org/officeDocument/2006/relationships/slide" Target="/ppt/slides/slide2.xml" Id="R4a2aa4ec179845cc" /><Relationship Type="http://schemas.openxmlformats.org/officeDocument/2006/relationships/slide" Target="/ppt/slides/slide3.xml" Id="R0a35e134f88f427e" /><Relationship Type="http://schemas.openxmlformats.org/officeDocument/2006/relationships/slide" Target="/ppt/slides/slide4.xml" Id="R943f7c8ac027458a" /><Relationship Type="http://schemas.openxmlformats.org/officeDocument/2006/relationships/slide" Target="/ppt/slides/slide5.xml" Id="R0ef6aeb7ca804f92" /><Relationship Type="http://schemas.openxmlformats.org/officeDocument/2006/relationships/slide" Target="/ppt/slides/slide6.xml" Id="Rbe2724393d68410e" /><Relationship Type="http://schemas.openxmlformats.org/officeDocument/2006/relationships/slide" Target="/ppt/slides/slide7.xml" Id="Rcef9e854a17d4fda" /><Relationship Type="http://schemas.openxmlformats.org/officeDocument/2006/relationships/slide" Target="/ppt/slides/slide8.xml" Id="R4e9d76f09c8642e2" /><Relationship Type="http://schemas.openxmlformats.org/officeDocument/2006/relationships/slide" Target="/ppt/slides/slide9.xml" Id="Rbff67ddfd40d49f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01bb9abbe98485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ple SD Gothic Neo"/>
        <a:ea typeface=""/>
        <a:cs typeface=""/>
      </a:majorFont>
      <a:minorFont>
        <a:latin typeface="Apple SD Gothic Neo"/>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bba2ff0357f4be7" /><Relationship Type="http://schemas.openxmlformats.org/officeDocument/2006/relationships/notesMaster" Target="/ppt/notesMasters/notesMaster1.xml" Id="R7198a9d65afe4c5c" /></Relationships>
</file>

<file path=ppt/notesSlides/_rels/notesSlide2.xml.rels>&#65279;<?xml version="1.0" encoding="utf-8"?><Relationships xmlns="http://schemas.openxmlformats.org/package/2006/relationships"><Relationship Type="http://schemas.openxmlformats.org/officeDocument/2006/relationships/slide" Target="/ppt/slides/slide2.xml" Id="Rfaf995e3655c41de" /><Relationship Type="http://schemas.openxmlformats.org/officeDocument/2006/relationships/notesMaster" Target="/ppt/notesMasters/notesMaster1.xml" Id="R2dcb8847752d464c" /></Relationships>
</file>

<file path=ppt/notesSlides/_rels/notesSlide3.xml.rels>&#65279;<?xml version="1.0" encoding="utf-8"?><Relationships xmlns="http://schemas.openxmlformats.org/package/2006/relationships"><Relationship Type="http://schemas.openxmlformats.org/officeDocument/2006/relationships/slide" Target="/ppt/slides/slide3.xml" Id="Ra3e47ac379484e6f" /><Relationship Type="http://schemas.openxmlformats.org/officeDocument/2006/relationships/notesMaster" Target="/ppt/notesMasters/notesMaster1.xml" Id="R93e8d253cbc64955" /></Relationships>
</file>

<file path=ppt/notesSlides/_rels/notesSlide4.xml.rels>&#65279;<?xml version="1.0" encoding="utf-8"?><Relationships xmlns="http://schemas.openxmlformats.org/package/2006/relationships"><Relationship Type="http://schemas.openxmlformats.org/officeDocument/2006/relationships/slide" Target="/ppt/slides/slide4.xml" Id="R01aa5d5a92e14887" /><Relationship Type="http://schemas.openxmlformats.org/officeDocument/2006/relationships/notesMaster" Target="/ppt/notesMasters/notesMaster1.xml" Id="R089c32372b6247a8" /></Relationships>
</file>

<file path=ppt/notesSlides/_rels/notesSlide5.xml.rels>&#65279;<?xml version="1.0" encoding="utf-8"?><Relationships xmlns="http://schemas.openxmlformats.org/package/2006/relationships"><Relationship Type="http://schemas.openxmlformats.org/officeDocument/2006/relationships/slide" Target="/ppt/slides/slide5.xml" Id="R95908d39d0914850" /><Relationship Type="http://schemas.openxmlformats.org/officeDocument/2006/relationships/notesMaster" Target="/ppt/notesMasters/notesMaster1.xml" Id="R250d2cbf6e6643ff" /></Relationships>
</file>

<file path=ppt/notesSlides/_rels/notesSlide6.xml.rels>&#65279;<?xml version="1.0" encoding="utf-8"?><Relationships xmlns="http://schemas.openxmlformats.org/package/2006/relationships"><Relationship Type="http://schemas.openxmlformats.org/officeDocument/2006/relationships/slide" Target="/ppt/slides/slide6.xml" Id="R680fc91785d7486d" /><Relationship Type="http://schemas.openxmlformats.org/officeDocument/2006/relationships/notesMaster" Target="/ppt/notesMasters/notesMaster1.xml" Id="R3b0474d34b1f469a" /></Relationships>
</file>

<file path=ppt/notesSlides/_rels/notesSlide7.xml.rels>&#65279;<?xml version="1.0" encoding="utf-8"?><Relationships xmlns="http://schemas.openxmlformats.org/package/2006/relationships"><Relationship Type="http://schemas.openxmlformats.org/officeDocument/2006/relationships/slide" Target="/ppt/slides/slide7.xml" Id="Rd119bfe2dd144bc5" /><Relationship Type="http://schemas.openxmlformats.org/officeDocument/2006/relationships/notesMaster" Target="/ppt/notesMasters/notesMaster1.xml" Id="R99a72e23c1f646d9" /></Relationships>
</file>

<file path=ppt/notesSlides/_rels/notesSlide8.xml.rels>&#65279;<?xml version="1.0" encoding="utf-8"?><Relationships xmlns="http://schemas.openxmlformats.org/package/2006/relationships"><Relationship Type="http://schemas.openxmlformats.org/officeDocument/2006/relationships/slide" Target="/ppt/slides/slide8.xml" Id="R8540ed7e1d384323" /><Relationship Type="http://schemas.openxmlformats.org/officeDocument/2006/relationships/notesMaster" Target="/ppt/notesMasters/notesMaster1.xml" Id="R19169af11e064777" /></Relationships>
</file>

<file path=ppt/notesSlides/_rels/notesSlide9.xml.rels>&#65279;<?xml version="1.0" encoding="utf-8"?><Relationships xmlns="http://schemas.openxmlformats.org/package/2006/relationships"><Relationship Type="http://schemas.openxmlformats.org/officeDocument/2006/relationships/slide" Target="/ppt/slides/slide9.xml" Id="Rb5e2641bc61441f2" /><Relationship Type="http://schemas.openxmlformats.org/officeDocument/2006/relationships/notesMaster" Target="/ppt/notesMasters/notesMaster1.xml" Id="R3db8bc2a22d54a7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발표 시간: 30초</a:t>
            </a:r>
          </a:p>
          <a:p xmlns:a="http://schemas.openxmlformats.org/drawingml/2006/main">
            <a:r>
              <a:t/>
            </a:r>
          </a:p>
          <a:p xmlns:a="http://schemas.openxmlformats.org/drawingml/2006/main">
            <a:r>
              <a:t>기존 Base AI Agent를 새로 만든 것이 아니라, 운영 진단에서 잘못된 대상을 조회하거나 근거가 부족한 결론을 내릴 수 있는 부분을 개선했습니다. 선택한 항목은 대상과 설정의 하드코딩 제거, RAG, 전문 조사 서브그래프, 대화 요약 메모리, 근거 평가입니다. 오늘은 전체 소스 설명보다 각 변경의 이유와 같은 입력으로 비교한 결과를 말씀드리겠습니다.</a:t>
            </a:r>
          </a:p>
          <a:p xmlns:a="http://schemas.openxmlformats.org/drawingml/2006/main">
            <a:r>
              <a:t/>
            </a:r>
          </a:p>
          <a:p xmlns:a="http://schemas.openxmlformats.org/drawingml/2006/main">
            <a:r>
              <a:t>근거: doc/ppt/s6_integration_report.md, s6_comparison.csv, s5_evaluation_report.md, limitations.md. 과제 선택·평가 기준: 제공 AI 서비스 Mini Project_20261020.pdf, PDF 11~13페이지.</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발표 시간: 35초</a:t>
            </a:r>
          </a:p>
          <a:p xmlns:a="http://schemas.openxmlformats.org/drawingml/2006/main">
            <a:r>
              <a:t/>
            </a:r>
          </a:p>
          <a:p xmlns:a="http://schemas.openxmlformats.org/drawingml/2006/main">
            <a:r>
              <a:t>첫 번째는 대상 식별입니다. 기존 동작에는 시스템이 없거나 명확하지 않아도 기본 대상으로 진행하는 경로가 있었습니다. strict 모드에서는 알려진 시스템을 현재 질문에서 식별하고, 계획 생성과 Tool 호출 직전까지 같은 정책을 적용합니다. 동일 조건의 운영 사례 두 개에서는 허용 외 대상 조회가 두 건에서 영 건으로 줄었습니다. 작은 사례의 결과이며 전체 운영 오류율은 아닙니다. 프롬프트도 설정으로 분리해 정책을 한곳에서 관리했습니다.</a:t>
            </a:r>
          </a:p>
          <a:p xmlns:a="http://schemas.openxmlformats.org/drawingml/2006/main">
            <a:r>
              <a:t/>
            </a:r>
          </a:p>
          <a:p xmlns:a="http://schemas.openxmlformats.org/drawingml/2006/main">
            <a:r>
              <a:t>근거: doc/ppt/s6_integration_report.md, s6_comparison.csv, s5_evaluation_report.md, limitations.md. 과제 선택·평가 기준: 제공 AI 서비스 Mini Project_20261020.pdf, PDF 11~13페이지.</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발표 시간: 45초</a:t>
            </a:r>
          </a:p>
          <a:p xmlns:a="http://schemas.openxmlformats.org/drawingml/2006/main">
            <a:r>
              <a:t/>
            </a:r>
          </a:p>
          <a:p xmlns:a="http://schemas.openxmlformats.org/drawingml/2006/main">
            <a:r>
              <a:t>두 번째는 런북 선택입니다. 영어 키워드 우선순위 규칙은 한국어 표현이나 비슷한 장애 증상을 놓칠 수 있었습니다. 런북 여섯 개를 E5로 임베딩해 Chroma에 저장하고, 검증된 모니터링의 상태와 알림을 검색 질의로 사용했습니다. 같은 알려진 유형 여섯 개에서 top1 정답이 하나에서 네 개로 늘었습니다. 미지 유형 세 개는 모두 보류했습니다. 유사도는 확률이 아니므로 임계값과 일·이위 점수 차이를 함께 확인하고, 최종 본문은 MCP로 다시 읽습니다.</a:t>
            </a:r>
          </a:p>
          <a:p xmlns:a="http://schemas.openxmlformats.org/drawingml/2006/main">
            <a:r>
              <a:t/>
            </a:r>
          </a:p>
          <a:p xmlns:a="http://schemas.openxmlformats.org/drawingml/2006/main">
            <a:r>
              <a:t>근거: doc/ppt/s6_integration_report.md, s6_comparison.csv, s5_evaluation_report.md, limitations.md. 과제 선택·평가 기준: 제공 AI 서비스 Mini Project_20261020.pdf, PDF 11~13페이지.</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발표 시간: 45초</a:t>
            </a:r>
          </a:p>
          <a:p xmlns:a="http://schemas.openxmlformats.org/drawingml/2006/main">
            <a:r>
              <a:t/>
            </a:r>
          </a:p>
          <a:p xmlns:a="http://schemas.openxmlformats.org/drawingml/2006/main">
            <a:r>
              <a:t>세 번째는 조사 경계입니다. 기존 단일 research 노드를 지표, 로그, 런북의 세 compiled subgraph로 나눴습니다. 각 결과에 출처, 시각, 시스템, 합성 여부와 성공 상태를 붙여 합칩니다. 같은 CPU 사례의 출처 종류는 두 종류에서 세 종류로 늘었습니다. 로그가 실패해도 성공한 지표와 런북으로 부분 보고서를 만들고, 없는 근거를 채우지 않게 했습니다. 다만 로그는 합성 예시이고, MCP 요청 잠금은 직렬이어서 멀티 에이전트라는 이유만으로 속도가 빨라졌다고 말하지 않습니다.</a:t>
            </a:r>
          </a:p>
          <a:p xmlns:a="http://schemas.openxmlformats.org/drawingml/2006/main">
            <a:r>
              <a:t/>
            </a:r>
          </a:p>
          <a:p xmlns:a="http://schemas.openxmlformats.org/drawingml/2006/main">
            <a:r>
              <a:t>근거: doc/ppt/s6_integration_report.md, s6_comparison.csv, s5_evaluation_report.md, limitations.md. 과제 선택·평가 기준: 제공 AI 서비스 Mini Project_20261020.pdf, PDF 11~13페이지.</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발표 시간: 50초</a:t>
            </a:r>
          </a:p>
          <a:p xmlns:a="http://schemas.openxmlformats.org/drawingml/2006/main">
            <a:r>
              <a:t/>
            </a:r>
          </a:p>
          <a:p xmlns:a="http://schemas.openxmlformats.org/drawingml/2006/main">
            <a:r>
              <a:t>네 번째는 긴 대화입니다. 최근 메시지 열 개만 넣으면 첫 부분의 사실이 사라질 수 있어 과거 부분을 증분 요약하고 원문은 SQLite에 그대로 남겼습니다. 같은 고정 이력과 Qwen 8B로 통제한 실험에서 다섯 사실의 회수가 영 개에서 다섯 개로 늘었습니다. 그러나 총 토큰은 천이백사십칠에서 삼천구십으로 증가했습니다. 토큰 절감에 성공했다고 주장하지 않습니다. S6의 새 단순 메모 사례에서는 잘못된 근거 ID 때문에 fallback해 회상에 실패했습니다. 성공 조건과 실패 조건을 함께 보존했습니다.</a:t>
            </a:r>
          </a:p>
          <a:p xmlns:a="http://schemas.openxmlformats.org/drawingml/2006/main">
            <a:r>
              <a:t/>
            </a:r>
          </a:p>
          <a:p xmlns:a="http://schemas.openxmlformats.org/drawingml/2006/main">
            <a:r>
              <a:t>근거: doc/ppt/s6_integration_report.md, s6_comparison.csv, s5_evaluation_report.md, limitations.md. 과제 선택·평가 기준: 제공 AI 서비스 Mini Project_20261020.pdf, PDF 11~13페이지.</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발표 시간: 40초</a:t>
            </a:r>
          </a:p>
          <a:p xmlns:a="http://schemas.openxmlformats.org/drawingml/2006/main">
            <a:r>
              <a:t/>
            </a:r>
          </a:p>
          <a:p xmlns:a="http://schemas.openxmlformats.org/drawingml/2006/main">
            <a:r>
              <a:t>다섯 번째는 평가입니다. 수치, 단위, 시스템, 시각과 출처는 코드로 검사하고, 해석이 필요한 충실성은 오프라인 Qwen Judge가 보조 평가합니다. 최종 입력 서른아홉 행 중 서른여덟 행을 채점했고, S2 과거 한 행은 계측 근거가 일치하지 않아 평가 불가로 남겼습니다. Judge는 단계별 CPU 응답에 모두 사 점을 줬으므로 그 점수만으로 전체 개선을 판정하지 않았습니다. 사람이 확인한 네 사례도 작아서, 이후 같은 저장 답변을 OpenAI Judge로 교차 평가할 계획입니다.</a:t>
            </a:r>
          </a:p>
          <a:p xmlns:a="http://schemas.openxmlformats.org/drawingml/2006/main">
            <a:r>
              <a:t/>
            </a:r>
          </a:p>
          <a:p xmlns:a="http://schemas.openxmlformats.org/drawingml/2006/main">
            <a:r>
              <a:t>근거: doc/ppt/s6_integration_report.md, s6_comparison.csv, s5_evaluation_report.md, limitations.md. 과제 선택·평가 기준: 제공 AI 서비스 Mini Project_20261020.pdf, PDF 11~13페이지.</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발표 시간: 55초</a:t>
            </a:r>
          </a:p>
          <a:p xmlns:a="http://schemas.openxmlformats.org/drawingml/2006/main">
            <a:r>
              <a:t/>
            </a:r>
          </a:p>
          <a:p xmlns:a="http://schemas.openxmlformats.org/drawingml/2006/main">
            <a:r>
              <a:t>마지막으로 통합 검증입니다. 전체 테스트는 이백칠 개 통과와 원본의 알려진 실패 열세 개입니다. 실제 TCP 통합은 fake 열세 건 모두 통과, Qwen은 열세 건 중 열한 건 통과이며 실패 두 건은 새 장기 기억 사례입니다. 연결을 끊어도 대기 작업이 남던 문제는 API와 프록시의 공통 처리로 수정했고 관련 단위 테스트 아홉 개와 실제 모델 출력 중 중단을 확인했습니다. 남은 한계는 작은 런북과 합성 데이터, 요약 손실과 토큰 증가, Judge 편향입니다. 다음에는 동일 조건의 OpenAI 추가 검증으로 모델 의존성을 확인하겠습니다.</a:t>
            </a:r>
          </a:p>
          <a:p xmlns:a="http://schemas.openxmlformats.org/drawingml/2006/main">
            <a:r>
              <a:t/>
            </a:r>
          </a:p>
          <a:p xmlns:a="http://schemas.openxmlformats.org/drawingml/2006/main">
            <a:r>
              <a:t>근거: doc/ppt/s6_integration_report.md, s6_comparison.csv, s5_evaluation_report.md, limitations.md. 과제 선택·평가 기준: 제공 AI 서비스 Mini Project_20261020.pdf, PDF 11~13페이지.</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발표 5분에는 포함하지 않는 질의응답용 자료입니다. 각 행은 다른 실험이므로 표본이나 비용을 합산하지 않습니다. 원본 근거는 공개 S6 보고서와 비교 CSV를 참조합니다.</a:t>
            </a:r>
          </a:p>
          <a:p xmlns:a="http://schemas.openxmlformats.org/drawingml/2006/main">
            <a:r>
              <a:t/>
            </a:r>
          </a:p>
          <a:p xmlns:a="http://schemas.openxmlformats.org/drawingml/2006/main">
            <a:r>
              <a:t>근거: doc/ppt/s6_integration_report.md, s6_comparison.csv, s5_evaluation_report.md, limitations.md. 과제 선택·평가 기준: 제공 AI 서비스 Mini Project_20261020.pdf, PDF 11~13페이지.</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기존 FastAPI, MCP, LangGraph, DI와 LangSmith 연동은 기반으로 재사용했습니다. 새 기여는 선택한 다섯 개선과 통합 검증에서 발견한 SSE 취소 수정입니다. Human-in-the-loop 승인 노드와 실제 운영 로그 연결은 구현하지 않았습니다. 현재까지 OpenAI 검증도 수행하지 않았습니다.</a:t>
            </a:r>
          </a:p>
          <a:p xmlns:a="http://schemas.openxmlformats.org/drawingml/2006/main">
            <a:r>
              <a:t/>
            </a:r>
          </a:p>
          <a:p xmlns:a="http://schemas.openxmlformats.org/drawingml/2006/main">
            <a:r>
              <a:t>근거: doc/ppt/s6_integration_report.md, s6_comparison.csv, s5_evaluation_report.md, limitations.md. 과제 선택·평가 기준: 제공 AI 서비스 Mini Project_20261020.pdf, PDF 11~13페이지.</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66fb127c02b4e54"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4bfb4476a56d4d0c"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a2f8cb0bdf8b429b"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7260efe5bda8444d"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7ec88018703245a0"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1a3d2111202b423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0CFF3AE-4E48-43FB-B1E8-0511524E6AA9}"/>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353CDB35-DFC4-4D05-A7EB-95403FCCDBD7}"/>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ACB517CF-648B-4BD3-9C7E-46073FE2C93F}"/>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B679DFB-2C16-4387-981D-2C00E2C9FD8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DB3EE7BD-00A6-422F-8914-2183840EF0A7}"/>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F9051ADC-F8C9-4535-B9C8-5F0371B3A81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63F9BCE-462B-40AB-9B27-EFC78E2E031A}"/>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1DF32300-71CE-4D2A-8E24-14C1D2E57644}"/>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82DC6B0-E85D-47AB-9CFF-AC4BE856967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1F64F90-A5C0-41BB-AEB1-805D5CBE54F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f17e33df4f74a1a" /><Relationship Type="http://schemas.openxmlformats.org/officeDocument/2006/relationships/slideLayout" Target="/ppt/slideLayouts/slideLayout1.xml" Id="Rfe815ce24d024995" /><Relationship Type="http://schemas.openxmlformats.org/officeDocument/2006/relationships/slideLayout" Target="/ppt/slideLayouts/slideLayout2.xml" Id="Rb27723551d454922" /><Relationship Type="http://schemas.openxmlformats.org/officeDocument/2006/relationships/slideLayout" Target="/ppt/slideLayouts/slideLayout3.xml" Id="R2a28735dd82f49be" /><Relationship Type="http://schemas.openxmlformats.org/officeDocument/2006/relationships/slideLayout" Target="/ppt/slideLayouts/slideLayout4.xml" Id="R9e734fb6bce7453f" /><Relationship Type="http://schemas.openxmlformats.org/officeDocument/2006/relationships/slideLayout" Target="/ppt/slideLayouts/slideLayout5.xml" Id="R272ea33b8217442f" /><Relationship Type="http://schemas.openxmlformats.org/officeDocument/2006/relationships/slideLayout" Target="/ppt/slideLayouts/slideLayout6.xml" Id="R62533ff81118476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e815ce24d024995"/>
    <p:sldLayoutId xmlns:r="http://schemas.openxmlformats.org/officeDocument/2006/relationships" id="2147483650" r:id="Rb27723551d454922"/>
    <p:sldLayoutId xmlns:r="http://schemas.openxmlformats.org/officeDocument/2006/relationships" id="2147483651" r:id="R2a28735dd82f49be"/>
    <p:sldLayoutId xmlns:r="http://schemas.openxmlformats.org/officeDocument/2006/relationships" id="2147483652" r:id="R9e734fb6bce7453f"/>
    <p:sldLayoutId xmlns:r="http://schemas.openxmlformats.org/officeDocument/2006/relationships" id="2147483653" r:id="R272ea33b8217442f"/>
    <p:sldLayoutId xmlns:r="http://schemas.openxmlformats.org/officeDocument/2006/relationships" id="2147483654" r:id="R62533ff81118476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ple SD Gothic Neo"/>
        <a:ea typeface=""/>
        <a:cs typeface=""/>
      </a:majorFont>
      <a:minorFont>
        <a:latin typeface="Apple SD Gothic Neo"/>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97c1aa1396cd480b" /><Relationship Type="http://schemas.openxmlformats.org/officeDocument/2006/relationships/notesSlide" Target="/ppt/notesSlides/notesSlide1.xml" Id="R67e46876dd9347d2"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650c9c2e6664441f" /><Relationship Type="http://schemas.openxmlformats.org/officeDocument/2006/relationships/notesSlide" Target="/ppt/notesSlides/notesSlide2.xml" Id="Rb756c20a62b5406e"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882b08c7f9c24fe8" /><Relationship Type="http://schemas.openxmlformats.org/officeDocument/2006/relationships/chart" Target="/ppt/slides/charts/chart1.xml" Id="Re7522f7bd4e9452a" /><Relationship Type="http://schemas.openxmlformats.org/officeDocument/2006/relationships/notesSlide" Target="/ppt/notesSlides/notesSlide3.xml" Id="R7ae3a229adf744d4"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32f7c8d9c5f94251" /><Relationship Type="http://schemas.openxmlformats.org/officeDocument/2006/relationships/notesSlide" Target="/ppt/notesSlides/notesSlide4.xml" Id="R7c55f552ba4340d1"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6e1087c092dd460a" /><Relationship Type="http://schemas.openxmlformats.org/officeDocument/2006/relationships/notesSlide" Target="/ppt/notesSlides/notesSlide5.xml" Id="R6f83e46a269f42fd"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84d10a0395c140b4" /><Relationship Type="http://schemas.openxmlformats.org/officeDocument/2006/relationships/notesSlide" Target="/ppt/notesSlides/notesSlide6.xml" Id="Rb97189b923b14e33"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993d078e430f4fa3" /><Relationship Type="http://schemas.openxmlformats.org/officeDocument/2006/relationships/notesSlide" Target="/ppt/notesSlides/notesSlide7.xml" Id="Re4eca33db78b4f48"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da2ed14a87bf4543" /><Relationship Type="http://schemas.openxmlformats.org/officeDocument/2006/relationships/notesSlide" Target="/ppt/notesSlides/notesSlide8.xml" Id="Re6c780846e6d43f1"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ce17aff6376a4402" /><Relationship Type="http://schemas.openxmlformats.org/officeDocument/2006/relationships/notesSlide" Target="/ppt/notesSlides/notesSlide9.xml" Id="Rb4fc91efb65a40b2"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950" b="1">
                <a:solidFill>
                  <a:srgbClr val="173343"/>
                </a:solidFill>
                <a:latin typeface="Apple SD Gothic Neo"/>
                <a:ea typeface="Apple SD Gothic Neo"/>
                <a:cs typeface="Apple SD Gothic Neo"/>
              </a:rPr>
              <a:t>알려진 유형 정답 수 / 6</a:t>
            </a:r>
          </a:p>
        </c:rich>
      </c:tx>
      <c:overlay val="0"/>
      <c:txPr>
        <a:bodyPr xmlns:a="http://schemas.openxmlformats.org/drawingml/2006/main" anchorCtr="1"/>
        <a:lstStyle xmlns:a="http://schemas.openxmlformats.org/drawingml/2006/main"/>
        <a:p xmlns:a="http://schemas.openxmlformats.org/drawingml/2006/main">
          <a:pPr>
            <a:defRPr sz="1950" b="1">
              <a:solidFill>
                <a:srgbClr val="173343"/>
              </a:solidFill>
              <a:latin typeface="Apple SD Gothic Neo"/>
              <a:ea typeface="Apple SD Gothic Neo"/>
              <a:cs typeface="Apple SD Gothic Neo"/>
            </a:defRPr>
          </a:pPr>
        </a:p>
      </c:txPr>
    </c:title>
    <c:plotArea>
      <c:barChart>
        <c:barDir val="col"/>
        <c:grouping val="clustered"/>
        <c:varyColors val="0"/>
        <c:ser>
          <c:idx val="0"/>
          <c:order val="0"/>
          <c:tx>
            <c:v>정답 수</c:v>
          </c:tx>
          <c:spPr>
            <a:solidFill xmlns:a="http://schemas.openxmlformats.org/drawingml/2006/main">
              <a:srgbClr val="087D69"/>
            </a:solidFill>
          </c:spPr>
          <c:invertIfNegative val="0"/>
          <c:cat>
            <c:strRef>
              <c:f>'Chart Data'!$A$2:$A$3</c:f>
              <c:strCache>
                <c:ptCount val="2"/>
                <c:pt idx="0">
                  <c:v>Keyword</c:v>
                </c:pt>
                <c:pt idx="1">
                  <c:v>RAG</c:v>
                </c:pt>
              </c:strCache>
            </c:strRef>
          </c:cat>
          <c:val>
            <c:numRef>
              <c:f>'Chart Data'!$B$2:$B$3</c:f>
              <c:numCache>
                <c:formatCode>0</c:formatCode>
                <c:ptCount val="2"/>
                <c:pt idx="0">
                  <c:v>1</c:v>
                </c:pt>
                <c:pt idx="1">
                  <c:v>4</c:v>
                </c:pt>
              </c:numCache>
            </c:numRef>
          </c:val>
        </c:ser>
        <c:dLbls>
          <c:numFmt formatCode="0" sourceLinked="0"/>
          <c:txPr>
            <a:bodyPr xmlns:a="http://schemas.openxmlformats.org/drawingml/2006/main" anchorCtr="1"/>
            <a:lstStyle xmlns:a="http://schemas.openxmlformats.org/drawingml/2006/main"/>
            <a:p xmlns:a="http://schemas.openxmlformats.org/drawingml/2006/main">
              <a:pPr>
                <a:defRPr sz="2175" b="1">
                  <a:solidFill>
                    <a:srgbClr val="173343"/>
                  </a:solidFill>
                  <a:latin typeface="Apple SD Gothic Neo"/>
                  <a:ea typeface="Apple SD Gothic Neo"/>
                  <a:cs typeface="Apple SD Gothic Neo"/>
                </a:defRPr>
              </a:pPr>
            </a:p>
          </c:txPr>
          <c:dLblPos val="outEnd"/>
          <c:showLegendKey val="0"/>
          <c:showVal val="1"/>
          <c:showCatName val="0"/>
          <c:showSerName val="0"/>
          <c:showPercent val="0"/>
          <c:showBubbleSize val="0"/>
          <c:showLeaderLines val="0"/>
        </c:dLbls>
        <c:gapWidth val="15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6E4DF"/>
            </a:solidFill>
          </a:ln>
        </c:spPr>
        <c:txPr>
          <a:bodyPr xmlns:a="http://schemas.openxmlformats.org/drawingml/2006/main" anchorCtr="1"/>
          <a:lstStyle xmlns:a="http://schemas.openxmlformats.org/drawingml/2006/main"/>
          <a:p xmlns:a="http://schemas.openxmlformats.org/drawingml/2006/main">
            <a:pPr>
              <a:defRPr sz="1875">
                <a:solidFill>
                  <a:srgbClr val="173343"/>
                </a:solidFill>
                <a:latin typeface="Apple SD Gothic Neo"/>
                <a:ea typeface="Apple SD Gothic Neo"/>
                <a:cs typeface="Apple SD Gothic Neo"/>
              </a:defRPr>
            </a:pPr>
          </a:p>
        </c:txPr>
        <c:crossAx val="48672768"/>
      </c:catAx>
      <c:valAx>
        <c:axId val="48672768"/>
        <c:scaling>
          <c:orientation val="minMax"/>
          <c:max val="6"/>
          <c:min val="0"/>
        </c:scaling>
        <c:delete val="0"/>
        <c:axPos val="l"/>
        <c:majorGridlines>
          <c:spPr>
            <a:ln xmlns:a="http://schemas.openxmlformats.org/drawingml/2006/main" w="6668">
              <a:solidFill>
                <a:srgbClr val="D6E4DF"/>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526A77"/>
                </a:solidFill>
                <a:latin typeface="Apple SD Gothic Neo"/>
                <a:ea typeface="Apple SD Gothic Neo"/>
                <a:cs typeface="Apple SD Gothic Neo"/>
              </a:defRPr>
            </a:pPr>
          </a:p>
        </c:txPr>
        <c:crossAx val="48650112"/>
        <c:crossBetween val="between"/>
        <c:majorUnit val="2"/>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98BE788-4CA3-47A0-988C-144BFDDF7872}"/>
              </a:ext>
            </a:extLst>
          </p:cNvPr>
          <p:cNvSpPr>
            <a:spLocks xmlns:a="http://schemas.openxmlformats.org/drawingml/2006/main" noGrp="1"/>
          </p:cNvSpPr>
          <p:nvPr/>
        </p:nvSpPr>
        <p:spPr>
          <a:xfrm xmlns:a="http://schemas.openxmlformats.org/drawingml/2006/main">
            <a:off x="609600" y="32385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087D69"/>
                </a:solidFill>
                <a:latin typeface="Apple SD Gothic Neo"/>
                <a:ea typeface="Apple SD Gothic Neo"/>
                <a:cs typeface="Apple SD Gothic Neo"/>
              </a:defRPr>
            </a:defPPr>
            <a:lvl1pPr>
              <a:defRPr sz="1425" b="1">
                <a:solidFill>
                  <a:srgbClr val="087D69"/>
                </a:solidFill>
                <a:latin typeface="Apple SD Gothic Neo"/>
                <a:ea typeface="Apple SD Gothic Neo"/>
                <a:cs typeface="Apple SD Gothic Neo"/>
              </a:defRPr>
            </a:lvl1pPr>
            <a:lvl2pPr>
              <a:defRPr sz="1425" b="1">
                <a:solidFill>
                  <a:srgbClr val="087D69"/>
                </a:solidFill>
                <a:latin typeface="Apple SD Gothic Neo"/>
                <a:ea typeface="Apple SD Gothic Neo"/>
                <a:cs typeface="Apple SD Gothic Neo"/>
              </a:defRPr>
            </a:lvl2pPr>
            <a:lvl3pPr>
              <a:defRPr sz="1425" b="1">
                <a:solidFill>
                  <a:srgbClr val="087D69"/>
                </a:solidFill>
                <a:latin typeface="Apple SD Gothic Neo"/>
                <a:ea typeface="Apple SD Gothic Neo"/>
                <a:cs typeface="Apple SD Gothic Neo"/>
              </a:defRPr>
            </a:lvl3pPr>
            <a:lvl4pPr>
              <a:defRPr sz="1425" b="1">
                <a:solidFill>
                  <a:srgbClr val="087D69"/>
                </a:solidFill>
                <a:latin typeface="Apple SD Gothic Neo"/>
                <a:ea typeface="Apple SD Gothic Neo"/>
                <a:cs typeface="Apple SD Gothic Neo"/>
              </a:defRPr>
            </a:lvl4pPr>
            <a:lvl5pPr>
              <a:defRPr sz="1425" b="1">
                <a:solidFill>
                  <a:srgbClr val="087D69"/>
                </a:solidFill>
                <a:latin typeface="Apple SD Gothic Neo"/>
                <a:ea typeface="Apple SD Gothic Neo"/>
                <a:cs typeface="Apple SD Gothic Neo"/>
              </a:defRPr>
            </a:lvl5pPr>
            <a:lvl6pPr>
              <a:defRPr sz="1425" b="1">
                <a:solidFill>
                  <a:srgbClr val="087D69"/>
                </a:solidFill>
                <a:latin typeface="Apple SD Gothic Neo"/>
                <a:ea typeface="Apple SD Gothic Neo"/>
                <a:cs typeface="Apple SD Gothic Neo"/>
              </a:defRPr>
            </a:lvl6pPr>
            <a:lvl7pPr>
              <a:defRPr sz="1425" b="1">
                <a:solidFill>
                  <a:srgbClr val="087D69"/>
                </a:solidFill>
                <a:latin typeface="Apple SD Gothic Neo"/>
                <a:ea typeface="Apple SD Gothic Neo"/>
                <a:cs typeface="Apple SD Gothic Neo"/>
              </a:defRPr>
            </a:lvl7pPr>
            <a:lvl8pPr>
              <a:defRPr sz="1425" b="1">
                <a:solidFill>
                  <a:srgbClr val="087D69"/>
                </a:solidFill>
                <a:latin typeface="Apple SD Gothic Neo"/>
                <a:ea typeface="Apple SD Gothic Neo"/>
                <a:cs typeface="Apple SD Gothic Neo"/>
              </a:defRPr>
            </a:lvl8pPr>
            <a:lvl9pPr>
              <a:defRPr sz="1425" b="1">
                <a:solidFill>
                  <a:srgbClr val="087D69"/>
                </a:solidFill>
                <a:latin typeface="Apple SD Gothic Neo"/>
                <a:ea typeface="Apple SD Gothic Neo"/>
                <a:cs typeface="Apple SD Gothic Neo"/>
              </a:defRPr>
            </a:lvl9pPr>
          </a:lstStyle>
          <a:p xmlns:a="http://schemas.openxmlformats.org/drawingml/2006/main">
            <a:pPr>
              <a:defRPr sz="1425" b="1">
                <a:solidFill>
                  <a:srgbClr val="087D69"/>
                </a:solidFill>
                <a:latin typeface="Apple SD Gothic Neo"/>
                <a:ea typeface="Apple SD Gothic Neo"/>
                <a:cs typeface="Apple SD Gothic Neo"/>
              </a:defRPr>
            </a:pPr>
            <a:r>
              <a:rPr sz="1425" b="1">
                <a:solidFill>
                  <a:srgbClr val="087D69"/>
                </a:solidFill>
                <a:latin typeface="Apple SD Gothic Neo"/>
                <a:ea typeface="Apple SD Gothic Neo"/>
                <a:cs typeface="Apple SD Gothic Neo"/>
              </a:rPr>
              <a:t>문제와 목표</a:t>
            </a:r>
          </a:p>
        </p:txBody>
      </p:sp>
      <p:sp>
        <p:nvSpPr>
          <p:cNvPr id="2" name="">
            <a:extLst xmlns:a="http://schemas.openxmlformats.org/drawingml/2006/main">
              <a:ext uri="{FF2B5EF4-FFF2-40B4-BE49-F238E27FC236}">
                <a16:creationId xmlns:a16="http://schemas.microsoft.com/office/drawing/2014/main" id="{F1173D0E-4FA1-4742-B198-827CC4159B09}"/>
              </a:ext>
            </a:extLst>
          </p:cNvPr>
          <p:cNvSpPr>
            <a:spLocks xmlns:a="http://schemas.openxmlformats.org/drawingml/2006/main" noGrp="1"/>
          </p:cNvSpPr>
          <p:nvPr/>
        </p:nvSpPr>
        <p:spPr>
          <a:xfrm xmlns:a="http://schemas.openxmlformats.org/drawingml/2006/main">
            <a:off x="609600" y="83820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500" b="1">
                <a:solidFill>
                  <a:srgbClr val="173343"/>
                </a:solidFill>
                <a:latin typeface="Apple SD Gothic Neo"/>
                <a:ea typeface="Apple SD Gothic Neo"/>
                <a:cs typeface="Apple SD Gothic Neo"/>
              </a:defRPr>
            </a:defPPr>
            <a:lvl1pPr>
              <a:defRPr sz="4500" b="1">
                <a:solidFill>
                  <a:srgbClr val="173343"/>
                </a:solidFill>
                <a:latin typeface="Apple SD Gothic Neo"/>
                <a:ea typeface="Apple SD Gothic Neo"/>
                <a:cs typeface="Apple SD Gothic Neo"/>
              </a:defRPr>
            </a:lvl1pPr>
            <a:lvl2pPr>
              <a:defRPr sz="4500" b="1">
                <a:solidFill>
                  <a:srgbClr val="173343"/>
                </a:solidFill>
                <a:latin typeface="Apple SD Gothic Neo"/>
                <a:ea typeface="Apple SD Gothic Neo"/>
                <a:cs typeface="Apple SD Gothic Neo"/>
              </a:defRPr>
            </a:lvl2pPr>
            <a:lvl3pPr>
              <a:defRPr sz="4500" b="1">
                <a:solidFill>
                  <a:srgbClr val="173343"/>
                </a:solidFill>
                <a:latin typeface="Apple SD Gothic Neo"/>
                <a:ea typeface="Apple SD Gothic Neo"/>
                <a:cs typeface="Apple SD Gothic Neo"/>
              </a:defRPr>
            </a:lvl3pPr>
            <a:lvl4pPr>
              <a:defRPr sz="4500" b="1">
                <a:solidFill>
                  <a:srgbClr val="173343"/>
                </a:solidFill>
                <a:latin typeface="Apple SD Gothic Neo"/>
                <a:ea typeface="Apple SD Gothic Neo"/>
                <a:cs typeface="Apple SD Gothic Neo"/>
              </a:defRPr>
            </a:lvl4pPr>
            <a:lvl5pPr>
              <a:defRPr sz="4500" b="1">
                <a:solidFill>
                  <a:srgbClr val="173343"/>
                </a:solidFill>
                <a:latin typeface="Apple SD Gothic Neo"/>
                <a:ea typeface="Apple SD Gothic Neo"/>
                <a:cs typeface="Apple SD Gothic Neo"/>
              </a:defRPr>
            </a:lvl5pPr>
            <a:lvl6pPr>
              <a:defRPr sz="4500" b="1">
                <a:solidFill>
                  <a:srgbClr val="173343"/>
                </a:solidFill>
                <a:latin typeface="Apple SD Gothic Neo"/>
                <a:ea typeface="Apple SD Gothic Neo"/>
                <a:cs typeface="Apple SD Gothic Neo"/>
              </a:defRPr>
            </a:lvl6pPr>
            <a:lvl7pPr>
              <a:defRPr sz="4500" b="1">
                <a:solidFill>
                  <a:srgbClr val="173343"/>
                </a:solidFill>
                <a:latin typeface="Apple SD Gothic Neo"/>
                <a:ea typeface="Apple SD Gothic Neo"/>
                <a:cs typeface="Apple SD Gothic Neo"/>
              </a:defRPr>
            </a:lvl7pPr>
            <a:lvl8pPr>
              <a:defRPr sz="4500" b="1">
                <a:solidFill>
                  <a:srgbClr val="173343"/>
                </a:solidFill>
                <a:latin typeface="Apple SD Gothic Neo"/>
                <a:ea typeface="Apple SD Gothic Neo"/>
                <a:cs typeface="Apple SD Gothic Neo"/>
              </a:defRPr>
            </a:lvl8pPr>
            <a:lvl9pPr>
              <a:defRPr sz="4500" b="1">
                <a:solidFill>
                  <a:srgbClr val="173343"/>
                </a:solidFill>
                <a:latin typeface="Apple SD Gothic Neo"/>
                <a:ea typeface="Apple SD Gothic Neo"/>
                <a:cs typeface="Apple SD Gothic Neo"/>
              </a:defRPr>
            </a:lvl9pPr>
          </a:lstStyle>
          <a:p xmlns:a="http://schemas.openxmlformats.org/drawingml/2006/main">
            <a:pPr>
              <a:defRPr sz="4500" b="1">
                <a:solidFill>
                  <a:srgbClr val="173343"/>
                </a:solidFill>
                <a:latin typeface="Apple SD Gothic Neo"/>
                <a:ea typeface="Apple SD Gothic Neo"/>
                <a:cs typeface="Apple SD Gothic Neo"/>
              </a:defRPr>
            </a:pPr>
            <a:r>
              <a:rPr sz="4500" b="1">
                <a:solidFill>
                  <a:srgbClr val="173343"/>
                </a:solidFill>
                <a:latin typeface="Apple SD Gothic Neo"/>
                <a:ea typeface="Apple SD Gothic Neo"/>
                <a:cs typeface="Apple SD Gothic Neo"/>
              </a:rPr>
              <a:t>운영 인시던트 에이전트 개선</a:t>
            </a:r>
          </a:p>
        </p:txBody>
      </p:sp>
      <p:sp>
        <p:nvSpPr>
          <p:cNvPr id="3" name="">
            <a:extLst xmlns:a="http://schemas.openxmlformats.org/drawingml/2006/main">
              <a:ext uri="{FF2B5EF4-FFF2-40B4-BE49-F238E27FC236}">
                <a16:creationId xmlns:a16="http://schemas.microsoft.com/office/drawing/2014/main" id="{64687513-3FAF-44D1-A16F-8E14764C6B5C}"/>
              </a:ext>
            </a:extLst>
          </p:cNvPr>
          <p:cNvSpPr>
            <a:spLocks xmlns:a="http://schemas.openxmlformats.org/drawingml/2006/main" noGrp="1"/>
          </p:cNvSpPr>
          <p:nvPr/>
        </p:nvSpPr>
        <p:spPr>
          <a:xfrm xmlns:a="http://schemas.openxmlformats.org/drawingml/2006/main">
            <a:off x="9810750" y="6381750"/>
            <a:ext cx="1809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26A77"/>
                </a:solidFill>
                <a:latin typeface="Apple SD Gothic Neo"/>
                <a:ea typeface="Apple SD Gothic Neo"/>
                <a:cs typeface="Apple SD Gothic Neo"/>
              </a:defRPr>
            </a:defPPr>
            <a:lvl1pPr>
              <a:defRPr sz="1275" b="0">
                <a:solidFill>
                  <a:srgbClr val="526A77"/>
                </a:solidFill>
                <a:latin typeface="Apple SD Gothic Neo"/>
                <a:ea typeface="Apple SD Gothic Neo"/>
                <a:cs typeface="Apple SD Gothic Neo"/>
              </a:defRPr>
            </a:lvl1pPr>
            <a:lvl2pPr>
              <a:defRPr sz="1275" b="0">
                <a:solidFill>
                  <a:srgbClr val="526A77"/>
                </a:solidFill>
                <a:latin typeface="Apple SD Gothic Neo"/>
                <a:ea typeface="Apple SD Gothic Neo"/>
                <a:cs typeface="Apple SD Gothic Neo"/>
              </a:defRPr>
            </a:lvl2pPr>
            <a:lvl3pPr>
              <a:defRPr sz="1275" b="0">
                <a:solidFill>
                  <a:srgbClr val="526A77"/>
                </a:solidFill>
                <a:latin typeface="Apple SD Gothic Neo"/>
                <a:ea typeface="Apple SD Gothic Neo"/>
                <a:cs typeface="Apple SD Gothic Neo"/>
              </a:defRPr>
            </a:lvl3pPr>
            <a:lvl4pPr>
              <a:defRPr sz="1275" b="0">
                <a:solidFill>
                  <a:srgbClr val="526A77"/>
                </a:solidFill>
                <a:latin typeface="Apple SD Gothic Neo"/>
                <a:ea typeface="Apple SD Gothic Neo"/>
                <a:cs typeface="Apple SD Gothic Neo"/>
              </a:defRPr>
            </a:lvl4pPr>
            <a:lvl5pPr>
              <a:defRPr sz="1275" b="0">
                <a:solidFill>
                  <a:srgbClr val="526A77"/>
                </a:solidFill>
                <a:latin typeface="Apple SD Gothic Neo"/>
                <a:ea typeface="Apple SD Gothic Neo"/>
                <a:cs typeface="Apple SD Gothic Neo"/>
              </a:defRPr>
            </a:lvl5pPr>
            <a:lvl6pPr>
              <a:defRPr sz="1275" b="0">
                <a:solidFill>
                  <a:srgbClr val="526A77"/>
                </a:solidFill>
                <a:latin typeface="Apple SD Gothic Neo"/>
                <a:ea typeface="Apple SD Gothic Neo"/>
                <a:cs typeface="Apple SD Gothic Neo"/>
              </a:defRPr>
            </a:lvl6pPr>
            <a:lvl7pPr>
              <a:defRPr sz="1275" b="0">
                <a:solidFill>
                  <a:srgbClr val="526A77"/>
                </a:solidFill>
                <a:latin typeface="Apple SD Gothic Neo"/>
                <a:ea typeface="Apple SD Gothic Neo"/>
                <a:cs typeface="Apple SD Gothic Neo"/>
              </a:defRPr>
            </a:lvl7pPr>
            <a:lvl8pPr>
              <a:defRPr sz="1275" b="0">
                <a:solidFill>
                  <a:srgbClr val="526A77"/>
                </a:solidFill>
                <a:latin typeface="Apple SD Gothic Neo"/>
                <a:ea typeface="Apple SD Gothic Neo"/>
                <a:cs typeface="Apple SD Gothic Neo"/>
              </a:defRPr>
            </a:lvl8pPr>
            <a:lvl9pPr>
              <a:defRPr sz="1275" b="0">
                <a:solidFill>
                  <a:srgbClr val="526A77"/>
                </a:solidFill>
                <a:latin typeface="Apple SD Gothic Neo"/>
                <a:ea typeface="Apple SD Gothic Neo"/>
                <a:cs typeface="Apple SD Gothic Neo"/>
              </a:defRPr>
            </a:lvl9pPr>
          </a:lstStyle>
          <a:p xmlns:a="http://schemas.openxmlformats.org/drawingml/2006/main">
            <a:pPr>
              <a:defRPr sz="1275" b="0">
                <a:solidFill>
                  <a:srgbClr val="526A77"/>
                </a:solidFill>
                <a:latin typeface="Apple SD Gothic Neo"/>
                <a:ea typeface="Apple SD Gothic Neo"/>
                <a:cs typeface="Apple SD Gothic Neo"/>
              </a:defRPr>
            </a:pPr>
            <a:r>
              <a:rPr sz="1275" b="0">
                <a:solidFill>
                  <a:srgbClr val="526A77"/>
                </a:solidFill>
                <a:latin typeface="Apple SD Gothic Neo"/>
                <a:ea typeface="Apple SD Gothic Neo"/>
                <a:cs typeface="Apple SD Gothic Neo"/>
              </a:rPr>
              <a:t>01  /  발표 본문</a:t>
            </a:r>
          </a:p>
        </p:txBody>
      </p:sp>
      <p:sp>
        <p:nvSpPr>
          <p:cNvPr id="4" name="">
            <a:extLst xmlns:a="http://schemas.openxmlformats.org/drawingml/2006/main">
              <a:ext uri="{FF2B5EF4-FFF2-40B4-BE49-F238E27FC236}">
                <a16:creationId xmlns:a16="http://schemas.microsoft.com/office/drawing/2014/main" id="{6730B600-DA6A-4755-989D-958F1975365A}"/>
              </a:ext>
            </a:extLst>
          </p:cNvPr>
          <p:cNvSpPr>
            <a:spLocks xmlns:a="http://schemas.openxmlformats.org/drawingml/2006/main" noGrp="1"/>
          </p:cNvSpPr>
          <p:nvPr/>
        </p:nvSpPr>
        <p:spPr>
          <a:xfrm xmlns:a="http://schemas.openxmlformats.org/drawingml/2006/main">
            <a:off x="647700" y="2419350"/>
            <a:ext cx="10001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087D69"/>
                </a:solidFill>
                <a:latin typeface="Apple SD Gothic Neo"/>
                <a:ea typeface="Apple SD Gothic Neo"/>
                <a:cs typeface="Apple SD Gothic Neo"/>
              </a:defRPr>
            </a:defPPr>
            <a:lvl1pPr>
              <a:defRPr sz="2250" b="1">
                <a:solidFill>
                  <a:srgbClr val="087D69"/>
                </a:solidFill>
                <a:latin typeface="Apple SD Gothic Neo"/>
                <a:ea typeface="Apple SD Gothic Neo"/>
                <a:cs typeface="Apple SD Gothic Neo"/>
              </a:defRPr>
            </a:lvl1pPr>
            <a:lvl2pPr>
              <a:defRPr sz="2250" b="1">
                <a:solidFill>
                  <a:srgbClr val="087D69"/>
                </a:solidFill>
                <a:latin typeface="Apple SD Gothic Neo"/>
                <a:ea typeface="Apple SD Gothic Neo"/>
                <a:cs typeface="Apple SD Gothic Neo"/>
              </a:defRPr>
            </a:lvl2pPr>
            <a:lvl3pPr>
              <a:defRPr sz="2250" b="1">
                <a:solidFill>
                  <a:srgbClr val="087D69"/>
                </a:solidFill>
                <a:latin typeface="Apple SD Gothic Neo"/>
                <a:ea typeface="Apple SD Gothic Neo"/>
                <a:cs typeface="Apple SD Gothic Neo"/>
              </a:defRPr>
            </a:lvl3pPr>
            <a:lvl4pPr>
              <a:defRPr sz="2250" b="1">
                <a:solidFill>
                  <a:srgbClr val="087D69"/>
                </a:solidFill>
                <a:latin typeface="Apple SD Gothic Neo"/>
                <a:ea typeface="Apple SD Gothic Neo"/>
                <a:cs typeface="Apple SD Gothic Neo"/>
              </a:defRPr>
            </a:lvl4pPr>
            <a:lvl5pPr>
              <a:defRPr sz="2250" b="1">
                <a:solidFill>
                  <a:srgbClr val="087D69"/>
                </a:solidFill>
                <a:latin typeface="Apple SD Gothic Neo"/>
                <a:ea typeface="Apple SD Gothic Neo"/>
                <a:cs typeface="Apple SD Gothic Neo"/>
              </a:defRPr>
            </a:lvl5pPr>
            <a:lvl6pPr>
              <a:defRPr sz="2250" b="1">
                <a:solidFill>
                  <a:srgbClr val="087D69"/>
                </a:solidFill>
                <a:latin typeface="Apple SD Gothic Neo"/>
                <a:ea typeface="Apple SD Gothic Neo"/>
                <a:cs typeface="Apple SD Gothic Neo"/>
              </a:defRPr>
            </a:lvl6pPr>
            <a:lvl7pPr>
              <a:defRPr sz="2250" b="1">
                <a:solidFill>
                  <a:srgbClr val="087D69"/>
                </a:solidFill>
                <a:latin typeface="Apple SD Gothic Neo"/>
                <a:ea typeface="Apple SD Gothic Neo"/>
                <a:cs typeface="Apple SD Gothic Neo"/>
              </a:defRPr>
            </a:lvl7pPr>
            <a:lvl8pPr>
              <a:defRPr sz="2250" b="1">
                <a:solidFill>
                  <a:srgbClr val="087D69"/>
                </a:solidFill>
                <a:latin typeface="Apple SD Gothic Neo"/>
                <a:ea typeface="Apple SD Gothic Neo"/>
                <a:cs typeface="Apple SD Gothic Neo"/>
              </a:defRPr>
            </a:lvl8pPr>
            <a:lvl9pPr>
              <a:defRPr sz="2250" b="1">
                <a:solidFill>
                  <a:srgbClr val="087D69"/>
                </a:solidFill>
                <a:latin typeface="Apple SD Gothic Neo"/>
                <a:ea typeface="Apple SD Gothic Neo"/>
                <a:cs typeface="Apple SD Gothic Neo"/>
              </a:defRPr>
            </a:lvl9pPr>
          </a:lstStyle>
          <a:p xmlns:a="http://schemas.openxmlformats.org/drawingml/2006/main">
            <a:pPr>
              <a:defRPr sz="2250" b="1">
                <a:solidFill>
                  <a:srgbClr val="087D69"/>
                </a:solidFill>
                <a:latin typeface="Apple SD Gothic Neo"/>
                <a:ea typeface="Apple SD Gothic Neo"/>
                <a:cs typeface="Apple SD Gothic Neo"/>
              </a:defRPr>
            </a:pPr>
            <a:r>
              <a:rPr sz="2250" b="1">
                <a:solidFill>
                  <a:srgbClr val="087D69"/>
                </a:solidFill>
                <a:latin typeface="Apple SD Gothic Neo"/>
                <a:ea typeface="Apple SD Gothic Neo"/>
                <a:cs typeface="Apple SD Gothic Neo"/>
              </a:rPr>
              <a:t>왜 바꿨나</a:t>
            </a:r>
          </a:p>
        </p:txBody>
      </p:sp>
      <p:sp>
        <p:nvSpPr>
          <p:cNvPr id="5" name="">
            <a:extLst xmlns:a="http://schemas.openxmlformats.org/drawingml/2006/main">
              <a:ext uri="{FF2B5EF4-FFF2-40B4-BE49-F238E27FC236}">
                <a16:creationId xmlns:a16="http://schemas.microsoft.com/office/drawing/2014/main" id="{6D21FD47-73F2-4CB8-B40F-29991A6AF49F}"/>
              </a:ext>
            </a:extLst>
          </p:cNvPr>
          <p:cNvSpPr>
            <a:spLocks xmlns:a="http://schemas.openxmlformats.org/drawingml/2006/main" noGrp="1"/>
          </p:cNvSpPr>
          <p:nvPr/>
        </p:nvSpPr>
        <p:spPr>
          <a:xfrm xmlns:a="http://schemas.openxmlformats.org/drawingml/2006/main">
            <a:off x="609600" y="2990850"/>
            <a:ext cx="10668000"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0">
                <a:solidFill>
                  <a:srgbClr val="173343"/>
                </a:solidFill>
                <a:latin typeface="Apple SD Gothic Neo"/>
                <a:ea typeface="Apple SD Gothic Neo"/>
                <a:cs typeface="Apple SD Gothic Neo"/>
              </a:defRPr>
            </a:defPPr>
            <a:lvl1pPr>
              <a:defRPr sz="2625" b="0">
                <a:solidFill>
                  <a:srgbClr val="173343"/>
                </a:solidFill>
                <a:latin typeface="Apple SD Gothic Neo"/>
                <a:ea typeface="Apple SD Gothic Neo"/>
                <a:cs typeface="Apple SD Gothic Neo"/>
              </a:defRPr>
            </a:lvl1pPr>
            <a:lvl2pPr>
              <a:defRPr sz="2625" b="0">
                <a:solidFill>
                  <a:srgbClr val="173343"/>
                </a:solidFill>
                <a:latin typeface="Apple SD Gothic Neo"/>
                <a:ea typeface="Apple SD Gothic Neo"/>
                <a:cs typeface="Apple SD Gothic Neo"/>
              </a:defRPr>
            </a:lvl2pPr>
            <a:lvl3pPr>
              <a:defRPr sz="2625" b="0">
                <a:solidFill>
                  <a:srgbClr val="173343"/>
                </a:solidFill>
                <a:latin typeface="Apple SD Gothic Neo"/>
                <a:ea typeface="Apple SD Gothic Neo"/>
                <a:cs typeface="Apple SD Gothic Neo"/>
              </a:defRPr>
            </a:lvl3pPr>
            <a:lvl4pPr>
              <a:defRPr sz="2625" b="0">
                <a:solidFill>
                  <a:srgbClr val="173343"/>
                </a:solidFill>
                <a:latin typeface="Apple SD Gothic Neo"/>
                <a:ea typeface="Apple SD Gothic Neo"/>
                <a:cs typeface="Apple SD Gothic Neo"/>
              </a:defRPr>
            </a:lvl4pPr>
            <a:lvl5pPr>
              <a:defRPr sz="2625" b="0">
                <a:solidFill>
                  <a:srgbClr val="173343"/>
                </a:solidFill>
                <a:latin typeface="Apple SD Gothic Neo"/>
                <a:ea typeface="Apple SD Gothic Neo"/>
                <a:cs typeface="Apple SD Gothic Neo"/>
              </a:defRPr>
            </a:lvl5pPr>
            <a:lvl6pPr>
              <a:defRPr sz="2625" b="0">
                <a:solidFill>
                  <a:srgbClr val="173343"/>
                </a:solidFill>
                <a:latin typeface="Apple SD Gothic Neo"/>
                <a:ea typeface="Apple SD Gothic Neo"/>
                <a:cs typeface="Apple SD Gothic Neo"/>
              </a:defRPr>
            </a:lvl6pPr>
            <a:lvl7pPr>
              <a:defRPr sz="2625" b="0">
                <a:solidFill>
                  <a:srgbClr val="173343"/>
                </a:solidFill>
                <a:latin typeface="Apple SD Gothic Neo"/>
                <a:ea typeface="Apple SD Gothic Neo"/>
                <a:cs typeface="Apple SD Gothic Neo"/>
              </a:defRPr>
            </a:lvl7pPr>
            <a:lvl8pPr>
              <a:defRPr sz="2625" b="0">
                <a:solidFill>
                  <a:srgbClr val="173343"/>
                </a:solidFill>
                <a:latin typeface="Apple SD Gothic Neo"/>
                <a:ea typeface="Apple SD Gothic Neo"/>
                <a:cs typeface="Apple SD Gothic Neo"/>
              </a:defRPr>
            </a:lvl8pPr>
            <a:lvl9pPr>
              <a:defRPr sz="2625" b="0">
                <a:solidFill>
                  <a:srgbClr val="173343"/>
                </a:solidFill>
                <a:latin typeface="Apple SD Gothic Neo"/>
                <a:ea typeface="Apple SD Gothic Neo"/>
                <a:cs typeface="Apple SD Gothic Neo"/>
              </a:defRPr>
            </a:lvl9pPr>
          </a:lstStyle>
          <a:p xmlns:a="http://schemas.openxmlformats.org/drawingml/2006/main">
            <a:pPr>
              <a:defRPr sz="2625" b="0">
                <a:solidFill>
                  <a:srgbClr val="173343"/>
                </a:solidFill>
                <a:latin typeface="Apple SD Gothic Neo"/>
                <a:ea typeface="Apple SD Gothic Neo"/>
                <a:cs typeface="Apple SD Gothic Neo"/>
              </a:defRPr>
            </a:pPr>
            <a:r>
              <a:rPr sz="2625" b="0">
                <a:solidFill>
                  <a:srgbClr val="173343"/>
                </a:solidFill>
                <a:latin typeface="Apple SD Gothic Neo"/>
                <a:ea typeface="Apple SD Gothic Neo"/>
                <a:cs typeface="Apple SD Gothic Neo"/>
              </a:rPr>
              <a:t>조회 대상을 추측하고, 키워드로 런북을 고르고,</a:t>
            </a:r>
          </a:p>
          <a:p xmlns:a="http://schemas.openxmlformats.org/drawingml/2006/main">
            <a:pPr>
              <a:defRPr sz="2625" b="0">
                <a:solidFill>
                  <a:srgbClr val="173343"/>
                </a:solidFill>
                <a:latin typeface="Apple SD Gothic Neo"/>
                <a:ea typeface="Apple SD Gothic Neo"/>
                <a:cs typeface="Apple SD Gothic Neo"/>
              </a:defRPr>
            </a:pPr>
            <a:r>
              <a:rPr sz="2625" b="0">
                <a:solidFill>
                  <a:srgbClr val="173343"/>
                </a:solidFill>
                <a:latin typeface="Apple SD Gothic Neo"/>
                <a:ea typeface="Apple SD Gothic Neo"/>
                <a:cs typeface="Apple SD Gothic Neo"/>
              </a:rPr>
              <a:t>긴 대화의 초기 사실을 잃을 수 있었습니다.</a:t>
            </a:r>
          </a:p>
        </p:txBody>
      </p:sp>
      <p:sp>
        <p:nvSpPr>
          <p:cNvPr id="6" name="">
            <a:extLst xmlns:a="http://schemas.openxmlformats.org/drawingml/2006/main">
              <a:ext uri="{FF2B5EF4-FFF2-40B4-BE49-F238E27FC236}">
                <a16:creationId xmlns:a16="http://schemas.microsoft.com/office/drawing/2014/main" id="{8F6DB8C3-BF9D-45D1-9FD9-0CCF18B52708}"/>
              </a:ext>
            </a:extLst>
          </p:cNvPr>
          <p:cNvSpPr>
            <a:spLocks xmlns:a="http://schemas.openxmlformats.org/drawingml/2006/main" noGrp="1"/>
          </p:cNvSpPr>
          <p:nvPr/>
        </p:nvSpPr>
        <p:spPr>
          <a:xfrm xmlns:a="http://schemas.openxmlformats.org/drawingml/2006/main">
            <a:off x="609600" y="4581525"/>
            <a:ext cx="10906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173343"/>
                </a:solidFill>
                <a:latin typeface="Apple SD Gothic Neo"/>
                <a:ea typeface="Apple SD Gothic Neo"/>
                <a:cs typeface="Apple SD Gothic Neo"/>
              </a:defRPr>
            </a:defPPr>
            <a:lvl1pPr>
              <a:defRPr sz="2175" b="1">
                <a:solidFill>
                  <a:srgbClr val="173343"/>
                </a:solidFill>
                <a:latin typeface="Apple SD Gothic Neo"/>
                <a:ea typeface="Apple SD Gothic Neo"/>
                <a:cs typeface="Apple SD Gothic Neo"/>
              </a:defRPr>
            </a:lvl1pPr>
            <a:lvl2pPr>
              <a:defRPr sz="2175" b="1">
                <a:solidFill>
                  <a:srgbClr val="173343"/>
                </a:solidFill>
                <a:latin typeface="Apple SD Gothic Neo"/>
                <a:ea typeface="Apple SD Gothic Neo"/>
                <a:cs typeface="Apple SD Gothic Neo"/>
              </a:defRPr>
            </a:lvl2pPr>
            <a:lvl3pPr>
              <a:defRPr sz="2175" b="1">
                <a:solidFill>
                  <a:srgbClr val="173343"/>
                </a:solidFill>
                <a:latin typeface="Apple SD Gothic Neo"/>
                <a:ea typeface="Apple SD Gothic Neo"/>
                <a:cs typeface="Apple SD Gothic Neo"/>
              </a:defRPr>
            </a:lvl3pPr>
            <a:lvl4pPr>
              <a:defRPr sz="2175" b="1">
                <a:solidFill>
                  <a:srgbClr val="173343"/>
                </a:solidFill>
                <a:latin typeface="Apple SD Gothic Neo"/>
                <a:ea typeface="Apple SD Gothic Neo"/>
                <a:cs typeface="Apple SD Gothic Neo"/>
              </a:defRPr>
            </a:lvl4pPr>
            <a:lvl5pPr>
              <a:defRPr sz="2175" b="1">
                <a:solidFill>
                  <a:srgbClr val="173343"/>
                </a:solidFill>
                <a:latin typeface="Apple SD Gothic Neo"/>
                <a:ea typeface="Apple SD Gothic Neo"/>
                <a:cs typeface="Apple SD Gothic Neo"/>
              </a:defRPr>
            </a:lvl5pPr>
            <a:lvl6pPr>
              <a:defRPr sz="2175" b="1">
                <a:solidFill>
                  <a:srgbClr val="173343"/>
                </a:solidFill>
                <a:latin typeface="Apple SD Gothic Neo"/>
                <a:ea typeface="Apple SD Gothic Neo"/>
                <a:cs typeface="Apple SD Gothic Neo"/>
              </a:defRPr>
            </a:lvl6pPr>
            <a:lvl7pPr>
              <a:defRPr sz="2175" b="1">
                <a:solidFill>
                  <a:srgbClr val="173343"/>
                </a:solidFill>
                <a:latin typeface="Apple SD Gothic Neo"/>
                <a:ea typeface="Apple SD Gothic Neo"/>
                <a:cs typeface="Apple SD Gothic Neo"/>
              </a:defRPr>
            </a:lvl7pPr>
            <a:lvl8pPr>
              <a:defRPr sz="2175" b="1">
                <a:solidFill>
                  <a:srgbClr val="173343"/>
                </a:solidFill>
                <a:latin typeface="Apple SD Gothic Neo"/>
                <a:ea typeface="Apple SD Gothic Neo"/>
                <a:cs typeface="Apple SD Gothic Neo"/>
              </a:defRPr>
            </a:lvl8pPr>
            <a:lvl9pPr>
              <a:defRPr sz="2175" b="1">
                <a:solidFill>
                  <a:srgbClr val="173343"/>
                </a:solidFill>
                <a:latin typeface="Apple SD Gothic Neo"/>
                <a:ea typeface="Apple SD Gothic Neo"/>
                <a:cs typeface="Apple SD Gothic Neo"/>
              </a:defRPr>
            </a:lvl9pPr>
          </a:lstStyle>
          <a:p xmlns:a="http://schemas.openxmlformats.org/drawingml/2006/main">
            <a:pPr>
              <a:defRPr sz="2175" b="1">
                <a:solidFill>
                  <a:srgbClr val="173343"/>
                </a:solidFill>
                <a:latin typeface="Apple SD Gothic Neo"/>
                <a:ea typeface="Apple SD Gothic Neo"/>
                <a:cs typeface="Apple SD Gothic Neo"/>
              </a:defRPr>
            </a:pPr>
            <a:r>
              <a:rPr sz="2175" b="1">
                <a:solidFill>
                  <a:srgbClr val="173343"/>
                </a:solidFill>
                <a:latin typeface="Apple SD Gothic Neo"/>
                <a:ea typeface="Apple SD Gothic Neo"/>
                <a:cs typeface="Apple SD Gothic Neo"/>
              </a:rPr>
              <a:t>대상 가드 · 의미 검색 · 전문 조사 · 요약 메모리 · 근거 평가</a:t>
            </a:r>
          </a:p>
        </p:txBody>
      </p:sp>
      <p:sp>
        <p:nvSpPr>
          <p:cNvPr id="7" name="">
            <a:extLst xmlns:a="http://schemas.openxmlformats.org/drawingml/2006/main">
              <a:ext uri="{FF2B5EF4-FFF2-40B4-BE49-F238E27FC236}">
                <a16:creationId xmlns:a16="http://schemas.microsoft.com/office/drawing/2014/main" id="{C9705AF8-EE0D-43A7-935E-7473E4CD4B0F}"/>
              </a:ext>
            </a:extLst>
          </p:cNvPr>
          <p:cNvSpPr>
            <a:spLocks xmlns:a="http://schemas.openxmlformats.org/drawingml/2006/main" noGrp="1"/>
          </p:cNvSpPr>
          <p:nvPr/>
        </p:nvSpPr>
        <p:spPr>
          <a:xfrm xmlns:a="http://schemas.openxmlformats.org/drawingml/2006/main">
            <a:off x="609600" y="5543550"/>
            <a:ext cx="10668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526A77"/>
                </a:solidFill>
                <a:latin typeface="Apple SD Gothic Neo"/>
                <a:ea typeface="Apple SD Gothic Neo"/>
                <a:cs typeface="Apple SD Gothic Neo"/>
              </a:defRPr>
            </a:defPPr>
            <a:lvl1pPr>
              <a:defRPr sz="1725" b="0">
                <a:solidFill>
                  <a:srgbClr val="526A77"/>
                </a:solidFill>
                <a:latin typeface="Apple SD Gothic Neo"/>
                <a:ea typeface="Apple SD Gothic Neo"/>
                <a:cs typeface="Apple SD Gothic Neo"/>
              </a:defRPr>
            </a:lvl1pPr>
            <a:lvl2pPr>
              <a:defRPr sz="1725" b="0">
                <a:solidFill>
                  <a:srgbClr val="526A77"/>
                </a:solidFill>
                <a:latin typeface="Apple SD Gothic Neo"/>
                <a:ea typeface="Apple SD Gothic Neo"/>
                <a:cs typeface="Apple SD Gothic Neo"/>
              </a:defRPr>
            </a:lvl2pPr>
            <a:lvl3pPr>
              <a:defRPr sz="1725" b="0">
                <a:solidFill>
                  <a:srgbClr val="526A77"/>
                </a:solidFill>
                <a:latin typeface="Apple SD Gothic Neo"/>
                <a:ea typeface="Apple SD Gothic Neo"/>
                <a:cs typeface="Apple SD Gothic Neo"/>
              </a:defRPr>
            </a:lvl3pPr>
            <a:lvl4pPr>
              <a:defRPr sz="1725" b="0">
                <a:solidFill>
                  <a:srgbClr val="526A77"/>
                </a:solidFill>
                <a:latin typeface="Apple SD Gothic Neo"/>
                <a:ea typeface="Apple SD Gothic Neo"/>
                <a:cs typeface="Apple SD Gothic Neo"/>
              </a:defRPr>
            </a:lvl4pPr>
            <a:lvl5pPr>
              <a:defRPr sz="1725" b="0">
                <a:solidFill>
                  <a:srgbClr val="526A77"/>
                </a:solidFill>
                <a:latin typeface="Apple SD Gothic Neo"/>
                <a:ea typeface="Apple SD Gothic Neo"/>
                <a:cs typeface="Apple SD Gothic Neo"/>
              </a:defRPr>
            </a:lvl5pPr>
            <a:lvl6pPr>
              <a:defRPr sz="1725" b="0">
                <a:solidFill>
                  <a:srgbClr val="526A77"/>
                </a:solidFill>
                <a:latin typeface="Apple SD Gothic Neo"/>
                <a:ea typeface="Apple SD Gothic Neo"/>
                <a:cs typeface="Apple SD Gothic Neo"/>
              </a:defRPr>
            </a:lvl6pPr>
            <a:lvl7pPr>
              <a:defRPr sz="1725" b="0">
                <a:solidFill>
                  <a:srgbClr val="526A77"/>
                </a:solidFill>
                <a:latin typeface="Apple SD Gothic Neo"/>
                <a:ea typeface="Apple SD Gothic Neo"/>
                <a:cs typeface="Apple SD Gothic Neo"/>
              </a:defRPr>
            </a:lvl7pPr>
            <a:lvl8pPr>
              <a:defRPr sz="1725" b="0">
                <a:solidFill>
                  <a:srgbClr val="526A77"/>
                </a:solidFill>
                <a:latin typeface="Apple SD Gothic Neo"/>
                <a:ea typeface="Apple SD Gothic Neo"/>
                <a:cs typeface="Apple SD Gothic Neo"/>
              </a:defRPr>
            </a:lvl8pPr>
            <a:lvl9pPr>
              <a:defRPr sz="1725" b="0">
                <a:solidFill>
                  <a:srgbClr val="526A77"/>
                </a:solidFill>
                <a:latin typeface="Apple SD Gothic Neo"/>
                <a:ea typeface="Apple SD Gothic Neo"/>
                <a:cs typeface="Apple SD Gothic Neo"/>
              </a:defRPr>
            </a:lvl9pPr>
          </a:lstStyle>
          <a:p xmlns:a="http://schemas.openxmlformats.org/drawingml/2006/main">
            <a:pPr>
              <a:defRPr sz="1725" b="0">
                <a:solidFill>
                  <a:srgbClr val="526A77"/>
                </a:solidFill>
                <a:latin typeface="Apple SD Gothic Neo"/>
                <a:ea typeface="Apple SD Gothic Neo"/>
                <a:cs typeface="Apple SD Gothic Neo"/>
              </a:defRPr>
            </a:pPr>
            <a:r>
              <a:rPr sz="1725" b="0">
                <a:solidFill>
                  <a:srgbClr val="526A77"/>
                </a:solidFill>
                <a:latin typeface="Apple SD Gothic Neo"/>
                <a:ea typeface="Apple SD Gothic Neo"/>
                <a:cs typeface="Apple SD Gothic Neo"/>
              </a:rPr>
              <a:t>G087 신형섭   |   Base AI Agent 개선   |   Qwen 기반 1차 결과</a:t>
            </a:r>
          </a:p>
        </p:txBody>
      </p:sp>
    </p:spTree>
    <p:extLst>
      <p:ext uri="{BB962C8B-B14F-4D97-AF65-F5344CB8AC3E}">
        <p14:creationId xmlns:p14="http://schemas.microsoft.com/office/powerpoint/2010/main" val="429487844"/>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223D8A92-B15E-4A6A-BA8A-D84043528B1B}"/>
              </a:ext>
            </a:extLst>
          </p:cNvPr>
          <p:cNvSpPr>
            <a:spLocks xmlns:a="http://schemas.openxmlformats.org/drawingml/2006/main" noGrp="1"/>
          </p:cNvSpPr>
          <p:nvPr/>
        </p:nvSpPr>
        <p:spPr>
          <a:xfrm xmlns:a="http://schemas.openxmlformats.org/drawingml/2006/main">
            <a:off x="609600" y="32385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087D69"/>
                </a:solidFill>
                <a:latin typeface="Apple SD Gothic Neo"/>
                <a:ea typeface="Apple SD Gothic Neo"/>
                <a:cs typeface="Apple SD Gothic Neo"/>
              </a:defRPr>
            </a:defPPr>
            <a:lvl1pPr>
              <a:defRPr sz="1425" b="1">
                <a:solidFill>
                  <a:srgbClr val="087D69"/>
                </a:solidFill>
                <a:latin typeface="Apple SD Gothic Neo"/>
                <a:ea typeface="Apple SD Gothic Neo"/>
                <a:cs typeface="Apple SD Gothic Neo"/>
              </a:defRPr>
            </a:lvl1pPr>
            <a:lvl2pPr>
              <a:defRPr sz="1425" b="1">
                <a:solidFill>
                  <a:srgbClr val="087D69"/>
                </a:solidFill>
                <a:latin typeface="Apple SD Gothic Neo"/>
                <a:ea typeface="Apple SD Gothic Neo"/>
                <a:cs typeface="Apple SD Gothic Neo"/>
              </a:defRPr>
            </a:lvl2pPr>
            <a:lvl3pPr>
              <a:defRPr sz="1425" b="1">
                <a:solidFill>
                  <a:srgbClr val="087D69"/>
                </a:solidFill>
                <a:latin typeface="Apple SD Gothic Neo"/>
                <a:ea typeface="Apple SD Gothic Neo"/>
                <a:cs typeface="Apple SD Gothic Neo"/>
              </a:defRPr>
            </a:lvl3pPr>
            <a:lvl4pPr>
              <a:defRPr sz="1425" b="1">
                <a:solidFill>
                  <a:srgbClr val="087D69"/>
                </a:solidFill>
                <a:latin typeface="Apple SD Gothic Neo"/>
                <a:ea typeface="Apple SD Gothic Neo"/>
                <a:cs typeface="Apple SD Gothic Neo"/>
              </a:defRPr>
            </a:lvl4pPr>
            <a:lvl5pPr>
              <a:defRPr sz="1425" b="1">
                <a:solidFill>
                  <a:srgbClr val="087D69"/>
                </a:solidFill>
                <a:latin typeface="Apple SD Gothic Neo"/>
                <a:ea typeface="Apple SD Gothic Neo"/>
                <a:cs typeface="Apple SD Gothic Neo"/>
              </a:defRPr>
            </a:lvl5pPr>
            <a:lvl6pPr>
              <a:defRPr sz="1425" b="1">
                <a:solidFill>
                  <a:srgbClr val="087D69"/>
                </a:solidFill>
                <a:latin typeface="Apple SD Gothic Neo"/>
                <a:ea typeface="Apple SD Gothic Neo"/>
                <a:cs typeface="Apple SD Gothic Neo"/>
              </a:defRPr>
            </a:lvl6pPr>
            <a:lvl7pPr>
              <a:defRPr sz="1425" b="1">
                <a:solidFill>
                  <a:srgbClr val="087D69"/>
                </a:solidFill>
                <a:latin typeface="Apple SD Gothic Neo"/>
                <a:ea typeface="Apple SD Gothic Neo"/>
                <a:cs typeface="Apple SD Gothic Neo"/>
              </a:defRPr>
            </a:lvl7pPr>
            <a:lvl8pPr>
              <a:defRPr sz="1425" b="1">
                <a:solidFill>
                  <a:srgbClr val="087D69"/>
                </a:solidFill>
                <a:latin typeface="Apple SD Gothic Neo"/>
                <a:ea typeface="Apple SD Gothic Neo"/>
                <a:cs typeface="Apple SD Gothic Neo"/>
              </a:defRPr>
            </a:lvl8pPr>
            <a:lvl9pPr>
              <a:defRPr sz="1425" b="1">
                <a:solidFill>
                  <a:srgbClr val="087D69"/>
                </a:solidFill>
                <a:latin typeface="Apple SD Gothic Neo"/>
                <a:ea typeface="Apple SD Gothic Neo"/>
                <a:cs typeface="Apple SD Gothic Neo"/>
              </a:defRPr>
            </a:lvl9pPr>
          </a:lstStyle>
          <a:p xmlns:a="http://schemas.openxmlformats.org/drawingml/2006/main">
            <a:pPr>
              <a:defRPr sz="1425" b="1">
                <a:solidFill>
                  <a:srgbClr val="087D69"/>
                </a:solidFill>
                <a:latin typeface="Apple SD Gothic Neo"/>
                <a:ea typeface="Apple SD Gothic Neo"/>
                <a:cs typeface="Apple SD Gothic Neo"/>
              </a:defRPr>
            </a:pPr>
            <a:r>
              <a:rPr sz="1425" b="1">
                <a:solidFill>
                  <a:srgbClr val="087D69"/>
                </a:solidFill>
                <a:latin typeface="Apple SD Gothic Neo"/>
                <a:ea typeface="Apple SD Gothic Neo"/>
                <a:cs typeface="Apple SD Gothic Neo"/>
              </a:rPr>
              <a:t>S1 · 과제 #7</a:t>
            </a:r>
          </a:p>
        </p:txBody>
      </p:sp>
      <p:sp>
        <p:nvSpPr>
          <p:cNvPr id="2" name="">
            <a:extLst xmlns:a="http://schemas.openxmlformats.org/drawingml/2006/main">
              <a:ext uri="{FF2B5EF4-FFF2-40B4-BE49-F238E27FC236}">
                <a16:creationId xmlns:a16="http://schemas.microsoft.com/office/drawing/2014/main" id="{83A25B42-0161-4FFE-990B-BD28356F3DA6}"/>
              </a:ext>
            </a:extLst>
          </p:cNvPr>
          <p:cNvSpPr>
            <a:spLocks xmlns:a="http://schemas.openxmlformats.org/drawingml/2006/main" noGrp="1"/>
          </p:cNvSpPr>
          <p:nvPr/>
        </p:nvSpPr>
        <p:spPr>
          <a:xfrm xmlns:a="http://schemas.openxmlformats.org/drawingml/2006/main">
            <a:off x="609600" y="83820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75" b="1">
                <a:solidFill>
                  <a:srgbClr val="173343"/>
                </a:solidFill>
                <a:latin typeface="Apple SD Gothic Neo"/>
                <a:ea typeface="Apple SD Gothic Neo"/>
                <a:cs typeface="Apple SD Gothic Neo"/>
              </a:defRPr>
            </a:defPPr>
            <a:lvl1pPr>
              <a:defRPr sz="3375" b="1">
                <a:solidFill>
                  <a:srgbClr val="173343"/>
                </a:solidFill>
                <a:latin typeface="Apple SD Gothic Neo"/>
                <a:ea typeface="Apple SD Gothic Neo"/>
                <a:cs typeface="Apple SD Gothic Neo"/>
              </a:defRPr>
            </a:lvl1pPr>
            <a:lvl2pPr>
              <a:defRPr sz="3375" b="1">
                <a:solidFill>
                  <a:srgbClr val="173343"/>
                </a:solidFill>
                <a:latin typeface="Apple SD Gothic Neo"/>
                <a:ea typeface="Apple SD Gothic Neo"/>
                <a:cs typeface="Apple SD Gothic Neo"/>
              </a:defRPr>
            </a:lvl2pPr>
            <a:lvl3pPr>
              <a:defRPr sz="3375" b="1">
                <a:solidFill>
                  <a:srgbClr val="173343"/>
                </a:solidFill>
                <a:latin typeface="Apple SD Gothic Neo"/>
                <a:ea typeface="Apple SD Gothic Neo"/>
                <a:cs typeface="Apple SD Gothic Neo"/>
              </a:defRPr>
            </a:lvl3pPr>
            <a:lvl4pPr>
              <a:defRPr sz="3375" b="1">
                <a:solidFill>
                  <a:srgbClr val="173343"/>
                </a:solidFill>
                <a:latin typeface="Apple SD Gothic Neo"/>
                <a:ea typeface="Apple SD Gothic Neo"/>
                <a:cs typeface="Apple SD Gothic Neo"/>
              </a:defRPr>
            </a:lvl4pPr>
            <a:lvl5pPr>
              <a:defRPr sz="3375" b="1">
                <a:solidFill>
                  <a:srgbClr val="173343"/>
                </a:solidFill>
                <a:latin typeface="Apple SD Gothic Neo"/>
                <a:ea typeface="Apple SD Gothic Neo"/>
                <a:cs typeface="Apple SD Gothic Neo"/>
              </a:defRPr>
            </a:lvl5pPr>
            <a:lvl6pPr>
              <a:defRPr sz="3375" b="1">
                <a:solidFill>
                  <a:srgbClr val="173343"/>
                </a:solidFill>
                <a:latin typeface="Apple SD Gothic Neo"/>
                <a:ea typeface="Apple SD Gothic Neo"/>
                <a:cs typeface="Apple SD Gothic Neo"/>
              </a:defRPr>
            </a:lvl6pPr>
            <a:lvl7pPr>
              <a:defRPr sz="3375" b="1">
                <a:solidFill>
                  <a:srgbClr val="173343"/>
                </a:solidFill>
                <a:latin typeface="Apple SD Gothic Neo"/>
                <a:ea typeface="Apple SD Gothic Neo"/>
                <a:cs typeface="Apple SD Gothic Neo"/>
              </a:defRPr>
            </a:lvl7pPr>
            <a:lvl8pPr>
              <a:defRPr sz="3375" b="1">
                <a:solidFill>
                  <a:srgbClr val="173343"/>
                </a:solidFill>
                <a:latin typeface="Apple SD Gothic Neo"/>
                <a:ea typeface="Apple SD Gothic Neo"/>
                <a:cs typeface="Apple SD Gothic Neo"/>
              </a:defRPr>
            </a:lvl8pPr>
            <a:lvl9pPr>
              <a:defRPr sz="3375" b="1">
                <a:solidFill>
                  <a:srgbClr val="173343"/>
                </a:solidFill>
                <a:latin typeface="Apple SD Gothic Neo"/>
                <a:ea typeface="Apple SD Gothic Neo"/>
                <a:cs typeface="Apple SD Gothic Neo"/>
              </a:defRPr>
            </a:lvl9pPr>
          </a:lstStyle>
          <a:p xmlns:a="http://schemas.openxmlformats.org/drawingml/2006/main">
            <a:pPr>
              <a:defRPr sz="3375" b="1">
                <a:solidFill>
                  <a:srgbClr val="173343"/>
                </a:solidFill>
                <a:latin typeface="Apple SD Gothic Neo"/>
                <a:ea typeface="Apple SD Gothic Neo"/>
                <a:cs typeface="Apple SD Gothic Neo"/>
              </a:defRPr>
            </a:pPr>
            <a:r>
              <a:rPr sz="3375" b="1">
                <a:solidFill>
                  <a:srgbClr val="173343"/>
                </a:solidFill>
                <a:latin typeface="Apple SD Gothic Neo"/>
                <a:ea typeface="Apple SD Gothic Neo"/>
                <a:cs typeface="Apple SD Gothic Neo"/>
              </a:rPr>
              <a:t>조회 대상 추측을 공통 가드로 차단</a:t>
            </a:r>
          </a:p>
        </p:txBody>
      </p:sp>
      <p:sp>
        <p:nvSpPr>
          <p:cNvPr id="3" name="">
            <a:extLst xmlns:a="http://schemas.openxmlformats.org/drawingml/2006/main">
              <a:ext uri="{FF2B5EF4-FFF2-40B4-BE49-F238E27FC236}">
                <a16:creationId xmlns:a16="http://schemas.microsoft.com/office/drawing/2014/main" id="{4CAB3680-22FA-493C-9AEE-CE30C4E068C7}"/>
              </a:ext>
            </a:extLst>
          </p:cNvPr>
          <p:cNvSpPr>
            <a:spLocks xmlns:a="http://schemas.openxmlformats.org/drawingml/2006/main" noGrp="1"/>
          </p:cNvSpPr>
          <p:nvPr/>
        </p:nvSpPr>
        <p:spPr>
          <a:xfrm xmlns:a="http://schemas.openxmlformats.org/drawingml/2006/main">
            <a:off x="9810750" y="6381750"/>
            <a:ext cx="1809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26A77"/>
                </a:solidFill>
                <a:latin typeface="Apple SD Gothic Neo"/>
                <a:ea typeface="Apple SD Gothic Neo"/>
                <a:cs typeface="Apple SD Gothic Neo"/>
              </a:defRPr>
            </a:defPPr>
            <a:lvl1pPr>
              <a:defRPr sz="1275" b="0">
                <a:solidFill>
                  <a:srgbClr val="526A77"/>
                </a:solidFill>
                <a:latin typeface="Apple SD Gothic Neo"/>
                <a:ea typeface="Apple SD Gothic Neo"/>
                <a:cs typeface="Apple SD Gothic Neo"/>
              </a:defRPr>
            </a:lvl1pPr>
            <a:lvl2pPr>
              <a:defRPr sz="1275" b="0">
                <a:solidFill>
                  <a:srgbClr val="526A77"/>
                </a:solidFill>
                <a:latin typeface="Apple SD Gothic Neo"/>
                <a:ea typeface="Apple SD Gothic Neo"/>
                <a:cs typeface="Apple SD Gothic Neo"/>
              </a:defRPr>
            </a:lvl2pPr>
            <a:lvl3pPr>
              <a:defRPr sz="1275" b="0">
                <a:solidFill>
                  <a:srgbClr val="526A77"/>
                </a:solidFill>
                <a:latin typeface="Apple SD Gothic Neo"/>
                <a:ea typeface="Apple SD Gothic Neo"/>
                <a:cs typeface="Apple SD Gothic Neo"/>
              </a:defRPr>
            </a:lvl3pPr>
            <a:lvl4pPr>
              <a:defRPr sz="1275" b="0">
                <a:solidFill>
                  <a:srgbClr val="526A77"/>
                </a:solidFill>
                <a:latin typeface="Apple SD Gothic Neo"/>
                <a:ea typeface="Apple SD Gothic Neo"/>
                <a:cs typeface="Apple SD Gothic Neo"/>
              </a:defRPr>
            </a:lvl4pPr>
            <a:lvl5pPr>
              <a:defRPr sz="1275" b="0">
                <a:solidFill>
                  <a:srgbClr val="526A77"/>
                </a:solidFill>
                <a:latin typeface="Apple SD Gothic Neo"/>
                <a:ea typeface="Apple SD Gothic Neo"/>
                <a:cs typeface="Apple SD Gothic Neo"/>
              </a:defRPr>
            </a:lvl5pPr>
            <a:lvl6pPr>
              <a:defRPr sz="1275" b="0">
                <a:solidFill>
                  <a:srgbClr val="526A77"/>
                </a:solidFill>
                <a:latin typeface="Apple SD Gothic Neo"/>
                <a:ea typeface="Apple SD Gothic Neo"/>
                <a:cs typeface="Apple SD Gothic Neo"/>
              </a:defRPr>
            </a:lvl6pPr>
            <a:lvl7pPr>
              <a:defRPr sz="1275" b="0">
                <a:solidFill>
                  <a:srgbClr val="526A77"/>
                </a:solidFill>
                <a:latin typeface="Apple SD Gothic Neo"/>
                <a:ea typeface="Apple SD Gothic Neo"/>
                <a:cs typeface="Apple SD Gothic Neo"/>
              </a:defRPr>
            </a:lvl7pPr>
            <a:lvl8pPr>
              <a:defRPr sz="1275" b="0">
                <a:solidFill>
                  <a:srgbClr val="526A77"/>
                </a:solidFill>
                <a:latin typeface="Apple SD Gothic Neo"/>
                <a:ea typeface="Apple SD Gothic Neo"/>
                <a:cs typeface="Apple SD Gothic Neo"/>
              </a:defRPr>
            </a:lvl8pPr>
            <a:lvl9pPr>
              <a:defRPr sz="1275" b="0">
                <a:solidFill>
                  <a:srgbClr val="526A77"/>
                </a:solidFill>
                <a:latin typeface="Apple SD Gothic Neo"/>
                <a:ea typeface="Apple SD Gothic Neo"/>
                <a:cs typeface="Apple SD Gothic Neo"/>
              </a:defRPr>
            </a:lvl9pPr>
          </a:lstStyle>
          <a:p xmlns:a="http://schemas.openxmlformats.org/drawingml/2006/main">
            <a:pPr>
              <a:defRPr sz="1275" b="0">
                <a:solidFill>
                  <a:srgbClr val="526A77"/>
                </a:solidFill>
                <a:latin typeface="Apple SD Gothic Neo"/>
                <a:ea typeface="Apple SD Gothic Neo"/>
                <a:cs typeface="Apple SD Gothic Neo"/>
              </a:defRPr>
            </a:pPr>
            <a:r>
              <a:rPr sz="1275" b="0">
                <a:solidFill>
                  <a:srgbClr val="526A77"/>
                </a:solidFill>
                <a:latin typeface="Apple SD Gothic Neo"/>
                <a:ea typeface="Apple SD Gothic Neo"/>
                <a:cs typeface="Apple SD Gothic Neo"/>
              </a:rPr>
              <a:t>02  /  발표 본문</a:t>
            </a:r>
          </a:p>
        </p:txBody>
      </p:sp>
      <p:sp>
        <p:nvSpPr>
          <p:cNvPr id="4" name="">
            <a:extLst xmlns:a="http://schemas.openxmlformats.org/drawingml/2006/main">
              <a:ext uri="{FF2B5EF4-FFF2-40B4-BE49-F238E27FC236}">
                <a16:creationId xmlns:a16="http://schemas.microsoft.com/office/drawing/2014/main" id="{FCE093FB-3086-4A6E-969A-F934BAFC7200}"/>
              </a:ext>
            </a:extLst>
          </p:cNvPr>
          <p:cNvSpPr>
            <a:spLocks xmlns:a="http://schemas.openxmlformats.org/drawingml/2006/main" noGrp="1"/>
          </p:cNvSpPr>
          <p:nvPr/>
        </p:nvSpPr>
        <p:spPr>
          <a:xfrm xmlns:a="http://schemas.openxmlformats.org/drawingml/2006/main">
            <a:off x="609600" y="2095500"/>
            <a:ext cx="4476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B25546"/>
                </a:solidFill>
                <a:latin typeface="Apple SD Gothic Neo"/>
                <a:ea typeface="Apple SD Gothic Neo"/>
                <a:cs typeface="Apple SD Gothic Neo"/>
              </a:defRPr>
            </a:defPPr>
            <a:lvl1pPr>
              <a:defRPr sz="2100" b="1">
                <a:solidFill>
                  <a:srgbClr val="B25546"/>
                </a:solidFill>
                <a:latin typeface="Apple SD Gothic Neo"/>
                <a:ea typeface="Apple SD Gothic Neo"/>
                <a:cs typeface="Apple SD Gothic Neo"/>
              </a:defRPr>
            </a:lvl1pPr>
            <a:lvl2pPr>
              <a:defRPr sz="2100" b="1">
                <a:solidFill>
                  <a:srgbClr val="B25546"/>
                </a:solidFill>
                <a:latin typeface="Apple SD Gothic Neo"/>
                <a:ea typeface="Apple SD Gothic Neo"/>
                <a:cs typeface="Apple SD Gothic Neo"/>
              </a:defRPr>
            </a:lvl2pPr>
            <a:lvl3pPr>
              <a:defRPr sz="2100" b="1">
                <a:solidFill>
                  <a:srgbClr val="B25546"/>
                </a:solidFill>
                <a:latin typeface="Apple SD Gothic Neo"/>
                <a:ea typeface="Apple SD Gothic Neo"/>
                <a:cs typeface="Apple SD Gothic Neo"/>
              </a:defRPr>
            </a:lvl3pPr>
            <a:lvl4pPr>
              <a:defRPr sz="2100" b="1">
                <a:solidFill>
                  <a:srgbClr val="B25546"/>
                </a:solidFill>
                <a:latin typeface="Apple SD Gothic Neo"/>
                <a:ea typeface="Apple SD Gothic Neo"/>
                <a:cs typeface="Apple SD Gothic Neo"/>
              </a:defRPr>
            </a:lvl4pPr>
            <a:lvl5pPr>
              <a:defRPr sz="2100" b="1">
                <a:solidFill>
                  <a:srgbClr val="B25546"/>
                </a:solidFill>
                <a:latin typeface="Apple SD Gothic Neo"/>
                <a:ea typeface="Apple SD Gothic Neo"/>
                <a:cs typeface="Apple SD Gothic Neo"/>
              </a:defRPr>
            </a:lvl5pPr>
            <a:lvl6pPr>
              <a:defRPr sz="2100" b="1">
                <a:solidFill>
                  <a:srgbClr val="B25546"/>
                </a:solidFill>
                <a:latin typeface="Apple SD Gothic Neo"/>
                <a:ea typeface="Apple SD Gothic Neo"/>
                <a:cs typeface="Apple SD Gothic Neo"/>
              </a:defRPr>
            </a:lvl6pPr>
            <a:lvl7pPr>
              <a:defRPr sz="2100" b="1">
                <a:solidFill>
                  <a:srgbClr val="B25546"/>
                </a:solidFill>
                <a:latin typeface="Apple SD Gothic Neo"/>
                <a:ea typeface="Apple SD Gothic Neo"/>
                <a:cs typeface="Apple SD Gothic Neo"/>
              </a:defRPr>
            </a:lvl7pPr>
            <a:lvl8pPr>
              <a:defRPr sz="2100" b="1">
                <a:solidFill>
                  <a:srgbClr val="B25546"/>
                </a:solidFill>
                <a:latin typeface="Apple SD Gothic Neo"/>
                <a:ea typeface="Apple SD Gothic Neo"/>
                <a:cs typeface="Apple SD Gothic Neo"/>
              </a:defRPr>
            </a:lvl8pPr>
            <a:lvl9pPr>
              <a:defRPr sz="2100" b="1">
                <a:solidFill>
                  <a:srgbClr val="B25546"/>
                </a:solidFill>
                <a:latin typeface="Apple SD Gothic Neo"/>
                <a:ea typeface="Apple SD Gothic Neo"/>
                <a:cs typeface="Apple SD Gothic Neo"/>
              </a:defRPr>
            </a:lvl9pPr>
          </a:lstStyle>
          <a:p xmlns:a="http://schemas.openxmlformats.org/drawingml/2006/main">
            <a:pPr>
              <a:defRPr sz="2100" b="1">
                <a:solidFill>
                  <a:srgbClr val="B25546"/>
                </a:solidFill>
                <a:latin typeface="Apple SD Gothic Neo"/>
                <a:ea typeface="Apple SD Gothic Neo"/>
                <a:cs typeface="Apple SD Gothic Neo"/>
              </a:defRPr>
            </a:pPr>
            <a:r>
              <a:rPr sz="2100" b="1">
                <a:solidFill>
                  <a:srgbClr val="B25546"/>
                </a:solidFill>
                <a:latin typeface="Apple SD Gothic Neo"/>
                <a:ea typeface="Apple SD Gothic Neo"/>
                <a:cs typeface="Apple SD Gothic Neo"/>
              </a:rPr>
              <a:t>Before</a:t>
            </a:r>
          </a:p>
        </p:txBody>
      </p:sp>
      <p:sp>
        <p:nvSpPr>
          <p:cNvPr id="5" name="">
            <a:extLst xmlns:a="http://schemas.openxmlformats.org/drawingml/2006/main">
              <a:ext uri="{FF2B5EF4-FFF2-40B4-BE49-F238E27FC236}">
                <a16:creationId xmlns:a16="http://schemas.microsoft.com/office/drawing/2014/main" id="{4168F44D-57A0-4F4E-BCC3-5A8B5E9A236A}"/>
              </a:ext>
            </a:extLst>
          </p:cNvPr>
          <p:cNvSpPr>
            <a:spLocks xmlns:a="http://schemas.openxmlformats.org/drawingml/2006/main" noGrp="1"/>
          </p:cNvSpPr>
          <p:nvPr/>
        </p:nvSpPr>
        <p:spPr>
          <a:xfrm xmlns:a="http://schemas.openxmlformats.org/drawingml/2006/main">
            <a:off x="6591300" y="2095500"/>
            <a:ext cx="4667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87D69"/>
                </a:solidFill>
                <a:latin typeface="Apple SD Gothic Neo"/>
                <a:ea typeface="Apple SD Gothic Neo"/>
                <a:cs typeface="Apple SD Gothic Neo"/>
              </a:defRPr>
            </a:defPPr>
            <a:lvl1pPr>
              <a:defRPr sz="2100" b="1">
                <a:solidFill>
                  <a:srgbClr val="087D69"/>
                </a:solidFill>
                <a:latin typeface="Apple SD Gothic Neo"/>
                <a:ea typeface="Apple SD Gothic Neo"/>
                <a:cs typeface="Apple SD Gothic Neo"/>
              </a:defRPr>
            </a:lvl1pPr>
            <a:lvl2pPr>
              <a:defRPr sz="2100" b="1">
                <a:solidFill>
                  <a:srgbClr val="087D69"/>
                </a:solidFill>
                <a:latin typeface="Apple SD Gothic Neo"/>
                <a:ea typeface="Apple SD Gothic Neo"/>
                <a:cs typeface="Apple SD Gothic Neo"/>
              </a:defRPr>
            </a:lvl2pPr>
            <a:lvl3pPr>
              <a:defRPr sz="2100" b="1">
                <a:solidFill>
                  <a:srgbClr val="087D69"/>
                </a:solidFill>
                <a:latin typeface="Apple SD Gothic Neo"/>
                <a:ea typeface="Apple SD Gothic Neo"/>
                <a:cs typeface="Apple SD Gothic Neo"/>
              </a:defRPr>
            </a:lvl3pPr>
            <a:lvl4pPr>
              <a:defRPr sz="2100" b="1">
                <a:solidFill>
                  <a:srgbClr val="087D69"/>
                </a:solidFill>
                <a:latin typeface="Apple SD Gothic Neo"/>
                <a:ea typeface="Apple SD Gothic Neo"/>
                <a:cs typeface="Apple SD Gothic Neo"/>
              </a:defRPr>
            </a:lvl4pPr>
            <a:lvl5pPr>
              <a:defRPr sz="2100" b="1">
                <a:solidFill>
                  <a:srgbClr val="087D69"/>
                </a:solidFill>
                <a:latin typeface="Apple SD Gothic Neo"/>
                <a:ea typeface="Apple SD Gothic Neo"/>
                <a:cs typeface="Apple SD Gothic Neo"/>
              </a:defRPr>
            </a:lvl5pPr>
            <a:lvl6pPr>
              <a:defRPr sz="2100" b="1">
                <a:solidFill>
                  <a:srgbClr val="087D69"/>
                </a:solidFill>
                <a:latin typeface="Apple SD Gothic Neo"/>
                <a:ea typeface="Apple SD Gothic Neo"/>
                <a:cs typeface="Apple SD Gothic Neo"/>
              </a:defRPr>
            </a:lvl6pPr>
            <a:lvl7pPr>
              <a:defRPr sz="2100" b="1">
                <a:solidFill>
                  <a:srgbClr val="087D69"/>
                </a:solidFill>
                <a:latin typeface="Apple SD Gothic Neo"/>
                <a:ea typeface="Apple SD Gothic Neo"/>
                <a:cs typeface="Apple SD Gothic Neo"/>
              </a:defRPr>
            </a:lvl7pPr>
            <a:lvl8pPr>
              <a:defRPr sz="2100" b="1">
                <a:solidFill>
                  <a:srgbClr val="087D69"/>
                </a:solidFill>
                <a:latin typeface="Apple SD Gothic Neo"/>
                <a:ea typeface="Apple SD Gothic Neo"/>
                <a:cs typeface="Apple SD Gothic Neo"/>
              </a:defRPr>
            </a:lvl8pPr>
            <a:lvl9pPr>
              <a:defRPr sz="2100" b="1">
                <a:solidFill>
                  <a:srgbClr val="087D69"/>
                </a:solidFill>
                <a:latin typeface="Apple SD Gothic Neo"/>
                <a:ea typeface="Apple SD Gothic Neo"/>
                <a:cs typeface="Apple SD Gothic Neo"/>
              </a:defRPr>
            </a:lvl9pPr>
          </a:lstStyle>
          <a:p xmlns:a="http://schemas.openxmlformats.org/drawingml/2006/main">
            <a:pPr>
              <a:defRPr sz="2100" b="1">
                <a:solidFill>
                  <a:srgbClr val="087D69"/>
                </a:solidFill>
                <a:latin typeface="Apple SD Gothic Neo"/>
                <a:ea typeface="Apple SD Gothic Neo"/>
                <a:cs typeface="Apple SD Gothic Neo"/>
              </a:defRPr>
            </a:pPr>
            <a:r>
              <a:rPr sz="2100" b="1">
                <a:solidFill>
                  <a:srgbClr val="087D69"/>
                </a:solidFill>
                <a:latin typeface="Apple SD Gothic Neo"/>
                <a:ea typeface="Apple SD Gothic Neo"/>
                <a:cs typeface="Apple SD Gothic Neo"/>
              </a:rPr>
              <a:t>After · strict</a:t>
            </a:r>
          </a:p>
        </p:txBody>
      </p:sp>
      <p:sp>
        <p:nvSpPr>
          <p:cNvPr id="6" name="">
            <a:extLst xmlns:a="http://schemas.openxmlformats.org/drawingml/2006/main">
              <a:ext uri="{FF2B5EF4-FFF2-40B4-BE49-F238E27FC236}">
                <a16:creationId xmlns:a16="http://schemas.microsoft.com/office/drawing/2014/main" id="{E7BDDDC5-F232-43EF-823F-F7E3321ED17A}"/>
              </a:ext>
            </a:extLst>
          </p:cNvPr>
          <p:cNvSpPr>
            <a:spLocks xmlns:a="http://schemas.openxmlformats.org/drawingml/2006/main" noGrp="1"/>
          </p:cNvSpPr>
          <p:nvPr/>
        </p:nvSpPr>
        <p:spPr>
          <a:xfrm xmlns:a="http://schemas.openxmlformats.org/drawingml/2006/main">
            <a:off x="609600" y="2628900"/>
            <a:ext cx="47625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6150" b="1">
                <a:solidFill>
                  <a:srgbClr val="B25546"/>
                </a:solidFill>
                <a:latin typeface="Apple SD Gothic Neo"/>
                <a:ea typeface="Apple SD Gothic Neo"/>
                <a:cs typeface="Apple SD Gothic Neo"/>
              </a:defRPr>
            </a:defPPr>
            <a:lvl1pPr>
              <a:defRPr sz="6150" b="1">
                <a:solidFill>
                  <a:srgbClr val="B25546"/>
                </a:solidFill>
                <a:latin typeface="Apple SD Gothic Neo"/>
                <a:ea typeface="Apple SD Gothic Neo"/>
                <a:cs typeface="Apple SD Gothic Neo"/>
              </a:defRPr>
            </a:lvl1pPr>
            <a:lvl2pPr>
              <a:defRPr sz="6150" b="1">
                <a:solidFill>
                  <a:srgbClr val="B25546"/>
                </a:solidFill>
                <a:latin typeface="Apple SD Gothic Neo"/>
                <a:ea typeface="Apple SD Gothic Neo"/>
                <a:cs typeface="Apple SD Gothic Neo"/>
              </a:defRPr>
            </a:lvl2pPr>
            <a:lvl3pPr>
              <a:defRPr sz="6150" b="1">
                <a:solidFill>
                  <a:srgbClr val="B25546"/>
                </a:solidFill>
                <a:latin typeface="Apple SD Gothic Neo"/>
                <a:ea typeface="Apple SD Gothic Neo"/>
                <a:cs typeface="Apple SD Gothic Neo"/>
              </a:defRPr>
            </a:lvl3pPr>
            <a:lvl4pPr>
              <a:defRPr sz="6150" b="1">
                <a:solidFill>
                  <a:srgbClr val="B25546"/>
                </a:solidFill>
                <a:latin typeface="Apple SD Gothic Neo"/>
                <a:ea typeface="Apple SD Gothic Neo"/>
                <a:cs typeface="Apple SD Gothic Neo"/>
              </a:defRPr>
            </a:lvl4pPr>
            <a:lvl5pPr>
              <a:defRPr sz="6150" b="1">
                <a:solidFill>
                  <a:srgbClr val="B25546"/>
                </a:solidFill>
                <a:latin typeface="Apple SD Gothic Neo"/>
                <a:ea typeface="Apple SD Gothic Neo"/>
                <a:cs typeface="Apple SD Gothic Neo"/>
              </a:defRPr>
            </a:lvl5pPr>
            <a:lvl6pPr>
              <a:defRPr sz="6150" b="1">
                <a:solidFill>
                  <a:srgbClr val="B25546"/>
                </a:solidFill>
                <a:latin typeface="Apple SD Gothic Neo"/>
                <a:ea typeface="Apple SD Gothic Neo"/>
                <a:cs typeface="Apple SD Gothic Neo"/>
              </a:defRPr>
            </a:lvl6pPr>
            <a:lvl7pPr>
              <a:defRPr sz="6150" b="1">
                <a:solidFill>
                  <a:srgbClr val="B25546"/>
                </a:solidFill>
                <a:latin typeface="Apple SD Gothic Neo"/>
                <a:ea typeface="Apple SD Gothic Neo"/>
                <a:cs typeface="Apple SD Gothic Neo"/>
              </a:defRPr>
            </a:lvl7pPr>
            <a:lvl8pPr>
              <a:defRPr sz="6150" b="1">
                <a:solidFill>
                  <a:srgbClr val="B25546"/>
                </a:solidFill>
                <a:latin typeface="Apple SD Gothic Neo"/>
                <a:ea typeface="Apple SD Gothic Neo"/>
                <a:cs typeface="Apple SD Gothic Neo"/>
              </a:defRPr>
            </a:lvl8pPr>
            <a:lvl9pPr>
              <a:defRPr sz="6150" b="1">
                <a:solidFill>
                  <a:srgbClr val="B25546"/>
                </a:solidFill>
                <a:latin typeface="Apple SD Gothic Neo"/>
                <a:ea typeface="Apple SD Gothic Neo"/>
                <a:cs typeface="Apple SD Gothic Neo"/>
              </a:defRPr>
            </a:lvl9pPr>
          </a:lstStyle>
          <a:p xmlns:a="http://schemas.openxmlformats.org/drawingml/2006/main">
            <a:pPr>
              <a:defRPr sz="6150" b="1">
                <a:solidFill>
                  <a:srgbClr val="B25546"/>
                </a:solidFill>
                <a:latin typeface="Apple SD Gothic Neo"/>
                <a:ea typeface="Apple SD Gothic Neo"/>
                <a:cs typeface="Apple SD Gothic Neo"/>
              </a:defRPr>
            </a:pPr>
            <a:r>
              <a:rPr sz="6150" b="1">
                <a:solidFill>
                  <a:srgbClr val="B25546"/>
                </a:solidFill>
                <a:latin typeface="Apple SD Gothic Neo"/>
                <a:ea typeface="Apple SD Gothic Neo"/>
                <a:cs typeface="Apple SD Gothic Neo"/>
              </a:rPr>
              <a:t>2 / 2</a:t>
            </a:r>
          </a:p>
        </p:txBody>
      </p:sp>
      <p:sp>
        <p:nvSpPr>
          <p:cNvPr id="7" name="">
            <a:extLst xmlns:a="http://schemas.openxmlformats.org/drawingml/2006/main">
              <a:ext uri="{FF2B5EF4-FFF2-40B4-BE49-F238E27FC236}">
                <a16:creationId xmlns:a16="http://schemas.microsoft.com/office/drawing/2014/main" id="{AFAABFFC-44EB-4294-8A0F-DC5CE2A3C686}"/>
              </a:ext>
            </a:extLst>
          </p:cNvPr>
          <p:cNvSpPr>
            <a:spLocks xmlns:a="http://schemas.openxmlformats.org/drawingml/2006/main" noGrp="1"/>
          </p:cNvSpPr>
          <p:nvPr/>
        </p:nvSpPr>
        <p:spPr>
          <a:xfrm xmlns:a="http://schemas.openxmlformats.org/drawingml/2006/main">
            <a:off x="6591300" y="2628900"/>
            <a:ext cx="47625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6150" b="1">
                <a:solidFill>
                  <a:srgbClr val="087D69"/>
                </a:solidFill>
                <a:latin typeface="Apple SD Gothic Neo"/>
                <a:ea typeface="Apple SD Gothic Neo"/>
                <a:cs typeface="Apple SD Gothic Neo"/>
              </a:defRPr>
            </a:defPPr>
            <a:lvl1pPr>
              <a:defRPr sz="6150" b="1">
                <a:solidFill>
                  <a:srgbClr val="087D69"/>
                </a:solidFill>
                <a:latin typeface="Apple SD Gothic Neo"/>
                <a:ea typeface="Apple SD Gothic Neo"/>
                <a:cs typeface="Apple SD Gothic Neo"/>
              </a:defRPr>
            </a:lvl1pPr>
            <a:lvl2pPr>
              <a:defRPr sz="6150" b="1">
                <a:solidFill>
                  <a:srgbClr val="087D69"/>
                </a:solidFill>
                <a:latin typeface="Apple SD Gothic Neo"/>
                <a:ea typeface="Apple SD Gothic Neo"/>
                <a:cs typeface="Apple SD Gothic Neo"/>
              </a:defRPr>
            </a:lvl2pPr>
            <a:lvl3pPr>
              <a:defRPr sz="6150" b="1">
                <a:solidFill>
                  <a:srgbClr val="087D69"/>
                </a:solidFill>
                <a:latin typeface="Apple SD Gothic Neo"/>
                <a:ea typeface="Apple SD Gothic Neo"/>
                <a:cs typeface="Apple SD Gothic Neo"/>
              </a:defRPr>
            </a:lvl3pPr>
            <a:lvl4pPr>
              <a:defRPr sz="6150" b="1">
                <a:solidFill>
                  <a:srgbClr val="087D69"/>
                </a:solidFill>
                <a:latin typeface="Apple SD Gothic Neo"/>
                <a:ea typeface="Apple SD Gothic Neo"/>
                <a:cs typeface="Apple SD Gothic Neo"/>
              </a:defRPr>
            </a:lvl4pPr>
            <a:lvl5pPr>
              <a:defRPr sz="6150" b="1">
                <a:solidFill>
                  <a:srgbClr val="087D69"/>
                </a:solidFill>
                <a:latin typeface="Apple SD Gothic Neo"/>
                <a:ea typeface="Apple SD Gothic Neo"/>
                <a:cs typeface="Apple SD Gothic Neo"/>
              </a:defRPr>
            </a:lvl5pPr>
            <a:lvl6pPr>
              <a:defRPr sz="6150" b="1">
                <a:solidFill>
                  <a:srgbClr val="087D69"/>
                </a:solidFill>
                <a:latin typeface="Apple SD Gothic Neo"/>
                <a:ea typeface="Apple SD Gothic Neo"/>
                <a:cs typeface="Apple SD Gothic Neo"/>
              </a:defRPr>
            </a:lvl6pPr>
            <a:lvl7pPr>
              <a:defRPr sz="6150" b="1">
                <a:solidFill>
                  <a:srgbClr val="087D69"/>
                </a:solidFill>
                <a:latin typeface="Apple SD Gothic Neo"/>
                <a:ea typeface="Apple SD Gothic Neo"/>
                <a:cs typeface="Apple SD Gothic Neo"/>
              </a:defRPr>
            </a:lvl7pPr>
            <a:lvl8pPr>
              <a:defRPr sz="6150" b="1">
                <a:solidFill>
                  <a:srgbClr val="087D69"/>
                </a:solidFill>
                <a:latin typeface="Apple SD Gothic Neo"/>
                <a:ea typeface="Apple SD Gothic Neo"/>
                <a:cs typeface="Apple SD Gothic Neo"/>
              </a:defRPr>
            </a:lvl8pPr>
            <a:lvl9pPr>
              <a:defRPr sz="6150" b="1">
                <a:solidFill>
                  <a:srgbClr val="087D69"/>
                </a:solidFill>
                <a:latin typeface="Apple SD Gothic Neo"/>
                <a:ea typeface="Apple SD Gothic Neo"/>
                <a:cs typeface="Apple SD Gothic Neo"/>
              </a:defRPr>
            </a:lvl9pPr>
          </a:lstStyle>
          <a:p xmlns:a="http://schemas.openxmlformats.org/drawingml/2006/main">
            <a:pPr>
              <a:defRPr sz="6150" b="1">
                <a:solidFill>
                  <a:srgbClr val="087D69"/>
                </a:solidFill>
                <a:latin typeface="Apple SD Gothic Neo"/>
                <a:ea typeface="Apple SD Gothic Neo"/>
                <a:cs typeface="Apple SD Gothic Neo"/>
              </a:defRPr>
            </a:pPr>
            <a:r>
              <a:rPr sz="6150" b="1">
                <a:solidFill>
                  <a:srgbClr val="087D69"/>
                </a:solidFill>
                <a:latin typeface="Apple SD Gothic Neo"/>
                <a:ea typeface="Apple SD Gothic Neo"/>
                <a:cs typeface="Apple SD Gothic Neo"/>
              </a:rPr>
              <a:t>0 / 2</a:t>
            </a:r>
          </a:p>
        </p:txBody>
      </p:sp>
      <p:sp>
        <p:nvSpPr>
          <p:cNvPr id="8" name="">
            <a:extLst xmlns:a="http://schemas.openxmlformats.org/drawingml/2006/main">
              <a:ext uri="{FF2B5EF4-FFF2-40B4-BE49-F238E27FC236}">
                <a16:creationId xmlns:a16="http://schemas.microsoft.com/office/drawing/2014/main" id="{96F5C20A-DC00-4AC2-9709-51F4CA824B46}"/>
              </a:ext>
            </a:extLst>
          </p:cNvPr>
          <p:cNvSpPr>
            <a:spLocks xmlns:a="http://schemas.openxmlformats.org/drawingml/2006/main" noGrp="1"/>
          </p:cNvSpPr>
          <p:nvPr/>
        </p:nvSpPr>
        <p:spPr>
          <a:xfrm xmlns:a="http://schemas.openxmlformats.org/drawingml/2006/main">
            <a:off x="609600" y="3733800"/>
            <a:ext cx="4953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73343"/>
                </a:solidFill>
                <a:latin typeface="Apple SD Gothic Neo"/>
                <a:ea typeface="Apple SD Gothic Neo"/>
                <a:cs typeface="Apple SD Gothic Neo"/>
              </a:defRPr>
            </a:defPPr>
            <a:lvl1pPr>
              <a:defRPr sz="2175" b="0">
                <a:solidFill>
                  <a:srgbClr val="173343"/>
                </a:solidFill>
                <a:latin typeface="Apple SD Gothic Neo"/>
                <a:ea typeface="Apple SD Gothic Neo"/>
                <a:cs typeface="Apple SD Gothic Neo"/>
              </a:defRPr>
            </a:lvl1pPr>
            <a:lvl2pPr>
              <a:defRPr sz="2175" b="0">
                <a:solidFill>
                  <a:srgbClr val="173343"/>
                </a:solidFill>
                <a:latin typeface="Apple SD Gothic Neo"/>
                <a:ea typeface="Apple SD Gothic Neo"/>
                <a:cs typeface="Apple SD Gothic Neo"/>
              </a:defRPr>
            </a:lvl2pPr>
            <a:lvl3pPr>
              <a:defRPr sz="2175" b="0">
                <a:solidFill>
                  <a:srgbClr val="173343"/>
                </a:solidFill>
                <a:latin typeface="Apple SD Gothic Neo"/>
                <a:ea typeface="Apple SD Gothic Neo"/>
                <a:cs typeface="Apple SD Gothic Neo"/>
              </a:defRPr>
            </a:lvl3pPr>
            <a:lvl4pPr>
              <a:defRPr sz="2175" b="0">
                <a:solidFill>
                  <a:srgbClr val="173343"/>
                </a:solidFill>
                <a:latin typeface="Apple SD Gothic Neo"/>
                <a:ea typeface="Apple SD Gothic Neo"/>
                <a:cs typeface="Apple SD Gothic Neo"/>
              </a:defRPr>
            </a:lvl4pPr>
            <a:lvl5pPr>
              <a:defRPr sz="2175" b="0">
                <a:solidFill>
                  <a:srgbClr val="173343"/>
                </a:solidFill>
                <a:latin typeface="Apple SD Gothic Neo"/>
                <a:ea typeface="Apple SD Gothic Neo"/>
                <a:cs typeface="Apple SD Gothic Neo"/>
              </a:defRPr>
            </a:lvl5pPr>
            <a:lvl6pPr>
              <a:defRPr sz="2175" b="0">
                <a:solidFill>
                  <a:srgbClr val="173343"/>
                </a:solidFill>
                <a:latin typeface="Apple SD Gothic Neo"/>
                <a:ea typeface="Apple SD Gothic Neo"/>
                <a:cs typeface="Apple SD Gothic Neo"/>
              </a:defRPr>
            </a:lvl6pPr>
            <a:lvl7pPr>
              <a:defRPr sz="2175" b="0">
                <a:solidFill>
                  <a:srgbClr val="173343"/>
                </a:solidFill>
                <a:latin typeface="Apple SD Gothic Neo"/>
                <a:ea typeface="Apple SD Gothic Neo"/>
                <a:cs typeface="Apple SD Gothic Neo"/>
              </a:defRPr>
            </a:lvl7pPr>
            <a:lvl8pPr>
              <a:defRPr sz="2175" b="0">
                <a:solidFill>
                  <a:srgbClr val="173343"/>
                </a:solidFill>
                <a:latin typeface="Apple SD Gothic Neo"/>
                <a:ea typeface="Apple SD Gothic Neo"/>
                <a:cs typeface="Apple SD Gothic Neo"/>
              </a:defRPr>
            </a:lvl8pPr>
            <a:lvl9pPr>
              <a:defRPr sz="2175" b="0">
                <a:solidFill>
                  <a:srgbClr val="173343"/>
                </a:solidFill>
                <a:latin typeface="Apple SD Gothic Neo"/>
                <a:ea typeface="Apple SD Gothic Neo"/>
                <a:cs typeface="Apple SD Gothic Neo"/>
              </a:defRPr>
            </a:lvl9pPr>
          </a:lstStyle>
          <a:p xmlns:a="http://schemas.openxmlformats.org/drawingml/2006/main">
            <a:pPr>
              <a:defRPr sz="2175" b="0">
                <a:solidFill>
                  <a:srgbClr val="173343"/>
                </a:solidFill>
                <a:latin typeface="Apple SD Gothic Neo"/>
                <a:ea typeface="Apple SD Gothic Neo"/>
                <a:cs typeface="Apple SD Gothic Neo"/>
              </a:defRPr>
            </a:pPr>
            <a:r>
              <a:rPr sz="2175" b="0">
                <a:solidFill>
                  <a:srgbClr val="173343"/>
                </a:solidFill>
                <a:latin typeface="Apple SD Gothic Neo"/>
                <a:ea typeface="Apple SD Gothic Neo"/>
                <a:cs typeface="Apple SD Gothic Neo"/>
              </a:rPr>
              <a:t>허용 외 대상 조회</a:t>
            </a:r>
          </a:p>
        </p:txBody>
      </p:sp>
      <p:sp>
        <p:nvSpPr>
          <p:cNvPr id="9" name="">
            <a:extLst xmlns:a="http://schemas.openxmlformats.org/drawingml/2006/main">
              <a:ext uri="{FF2B5EF4-FFF2-40B4-BE49-F238E27FC236}">
                <a16:creationId xmlns:a16="http://schemas.microsoft.com/office/drawing/2014/main" id="{A0BE88A6-4308-449E-8F11-681B71233F65}"/>
              </a:ext>
            </a:extLst>
          </p:cNvPr>
          <p:cNvSpPr>
            <a:spLocks xmlns:a="http://schemas.openxmlformats.org/drawingml/2006/main" noGrp="1"/>
          </p:cNvSpPr>
          <p:nvPr/>
        </p:nvSpPr>
        <p:spPr>
          <a:xfrm xmlns:a="http://schemas.openxmlformats.org/drawingml/2006/main">
            <a:off x="6591300" y="3733800"/>
            <a:ext cx="4953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73343"/>
                </a:solidFill>
                <a:latin typeface="Apple SD Gothic Neo"/>
                <a:ea typeface="Apple SD Gothic Neo"/>
                <a:cs typeface="Apple SD Gothic Neo"/>
              </a:defRPr>
            </a:defPPr>
            <a:lvl1pPr>
              <a:defRPr sz="2175" b="0">
                <a:solidFill>
                  <a:srgbClr val="173343"/>
                </a:solidFill>
                <a:latin typeface="Apple SD Gothic Neo"/>
                <a:ea typeface="Apple SD Gothic Neo"/>
                <a:cs typeface="Apple SD Gothic Neo"/>
              </a:defRPr>
            </a:lvl1pPr>
            <a:lvl2pPr>
              <a:defRPr sz="2175" b="0">
                <a:solidFill>
                  <a:srgbClr val="173343"/>
                </a:solidFill>
                <a:latin typeface="Apple SD Gothic Neo"/>
                <a:ea typeface="Apple SD Gothic Neo"/>
                <a:cs typeface="Apple SD Gothic Neo"/>
              </a:defRPr>
            </a:lvl2pPr>
            <a:lvl3pPr>
              <a:defRPr sz="2175" b="0">
                <a:solidFill>
                  <a:srgbClr val="173343"/>
                </a:solidFill>
                <a:latin typeface="Apple SD Gothic Neo"/>
                <a:ea typeface="Apple SD Gothic Neo"/>
                <a:cs typeface="Apple SD Gothic Neo"/>
              </a:defRPr>
            </a:lvl3pPr>
            <a:lvl4pPr>
              <a:defRPr sz="2175" b="0">
                <a:solidFill>
                  <a:srgbClr val="173343"/>
                </a:solidFill>
                <a:latin typeface="Apple SD Gothic Neo"/>
                <a:ea typeface="Apple SD Gothic Neo"/>
                <a:cs typeface="Apple SD Gothic Neo"/>
              </a:defRPr>
            </a:lvl4pPr>
            <a:lvl5pPr>
              <a:defRPr sz="2175" b="0">
                <a:solidFill>
                  <a:srgbClr val="173343"/>
                </a:solidFill>
                <a:latin typeface="Apple SD Gothic Neo"/>
                <a:ea typeface="Apple SD Gothic Neo"/>
                <a:cs typeface="Apple SD Gothic Neo"/>
              </a:defRPr>
            </a:lvl5pPr>
            <a:lvl6pPr>
              <a:defRPr sz="2175" b="0">
                <a:solidFill>
                  <a:srgbClr val="173343"/>
                </a:solidFill>
                <a:latin typeface="Apple SD Gothic Neo"/>
                <a:ea typeface="Apple SD Gothic Neo"/>
                <a:cs typeface="Apple SD Gothic Neo"/>
              </a:defRPr>
            </a:lvl6pPr>
            <a:lvl7pPr>
              <a:defRPr sz="2175" b="0">
                <a:solidFill>
                  <a:srgbClr val="173343"/>
                </a:solidFill>
                <a:latin typeface="Apple SD Gothic Neo"/>
                <a:ea typeface="Apple SD Gothic Neo"/>
                <a:cs typeface="Apple SD Gothic Neo"/>
              </a:defRPr>
            </a:lvl7pPr>
            <a:lvl8pPr>
              <a:defRPr sz="2175" b="0">
                <a:solidFill>
                  <a:srgbClr val="173343"/>
                </a:solidFill>
                <a:latin typeface="Apple SD Gothic Neo"/>
                <a:ea typeface="Apple SD Gothic Neo"/>
                <a:cs typeface="Apple SD Gothic Neo"/>
              </a:defRPr>
            </a:lvl8pPr>
            <a:lvl9pPr>
              <a:defRPr sz="2175" b="0">
                <a:solidFill>
                  <a:srgbClr val="173343"/>
                </a:solidFill>
                <a:latin typeface="Apple SD Gothic Neo"/>
                <a:ea typeface="Apple SD Gothic Neo"/>
                <a:cs typeface="Apple SD Gothic Neo"/>
              </a:defRPr>
            </a:lvl9pPr>
          </a:lstStyle>
          <a:p xmlns:a="http://schemas.openxmlformats.org/drawingml/2006/main">
            <a:pPr>
              <a:defRPr sz="2175" b="0">
                <a:solidFill>
                  <a:srgbClr val="173343"/>
                </a:solidFill>
                <a:latin typeface="Apple SD Gothic Neo"/>
                <a:ea typeface="Apple SD Gothic Neo"/>
                <a:cs typeface="Apple SD Gothic Neo"/>
              </a:defRPr>
            </a:pPr>
            <a:r>
              <a:rPr sz="2175" b="0">
                <a:solidFill>
                  <a:srgbClr val="173343"/>
                </a:solidFill>
                <a:latin typeface="Apple SD Gothic Neo"/>
                <a:ea typeface="Apple SD Gothic Neo"/>
                <a:cs typeface="Apple SD Gothic Neo"/>
              </a:rPr>
              <a:t>허용 외 대상 조회</a:t>
            </a:r>
          </a:p>
        </p:txBody>
      </p:sp>
      <p:sp>
        <p:nvSpPr>
          <p:cNvPr id="10" name="">
            <a:extLst xmlns:a="http://schemas.openxmlformats.org/drawingml/2006/main">
              <a:ext uri="{FF2B5EF4-FFF2-40B4-BE49-F238E27FC236}">
                <a16:creationId xmlns:a16="http://schemas.microsoft.com/office/drawing/2014/main" id="{FA56C8EB-23BA-490B-A502-FE1C13D8E5A7}"/>
              </a:ext>
            </a:extLst>
          </p:cNvPr>
          <p:cNvSpPr>
            <a:spLocks xmlns:a="http://schemas.openxmlformats.org/drawingml/2006/main" noGrp="1"/>
          </p:cNvSpPr>
          <p:nvPr/>
        </p:nvSpPr>
        <p:spPr>
          <a:xfrm xmlns:a="http://schemas.openxmlformats.org/drawingml/2006/main">
            <a:off x="609600" y="4581525"/>
            <a:ext cx="1062037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1">
                <a:solidFill>
                  <a:srgbClr val="173343"/>
                </a:solidFill>
                <a:latin typeface="Apple SD Gothic Neo"/>
                <a:ea typeface="Apple SD Gothic Neo"/>
                <a:cs typeface="Apple SD Gothic Neo"/>
              </a:defRPr>
            </a:defPPr>
            <a:lvl1pPr>
              <a:defRPr sz="2400" b="1">
                <a:solidFill>
                  <a:srgbClr val="173343"/>
                </a:solidFill>
                <a:latin typeface="Apple SD Gothic Neo"/>
                <a:ea typeface="Apple SD Gothic Neo"/>
                <a:cs typeface="Apple SD Gothic Neo"/>
              </a:defRPr>
            </a:lvl1pPr>
            <a:lvl2pPr>
              <a:defRPr sz="2400" b="1">
                <a:solidFill>
                  <a:srgbClr val="173343"/>
                </a:solidFill>
                <a:latin typeface="Apple SD Gothic Neo"/>
                <a:ea typeface="Apple SD Gothic Neo"/>
                <a:cs typeface="Apple SD Gothic Neo"/>
              </a:defRPr>
            </a:lvl2pPr>
            <a:lvl3pPr>
              <a:defRPr sz="2400" b="1">
                <a:solidFill>
                  <a:srgbClr val="173343"/>
                </a:solidFill>
                <a:latin typeface="Apple SD Gothic Neo"/>
                <a:ea typeface="Apple SD Gothic Neo"/>
                <a:cs typeface="Apple SD Gothic Neo"/>
              </a:defRPr>
            </a:lvl3pPr>
            <a:lvl4pPr>
              <a:defRPr sz="2400" b="1">
                <a:solidFill>
                  <a:srgbClr val="173343"/>
                </a:solidFill>
                <a:latin typeface="Apple SD Gothic Neo"/>
                <a:ea typeface="Apple SD Gothic Neo"/>
                <a:cs typeface="Apple SD Gothic Neo"/>
              </a:defRPr>
            </a:lvl4pPr>
            <a:lvl5pPr>
              <a:defRPr sz="2400" b="1">
                <a:solidFill>
                  <a:srgbClr val="173343"/>
                </a:solidFill>
                <a:latin typeface="Apple SD Gothic Neo"/>
                <a:ea typeface="Apple SD Gothic Neo"/>
                <a:cs typeface="Apple SD Gothic Neo"/>
              </a:defRPr>
            </a:lvl5pPr>
            <a:lvl6pPr>
              <a:defRPr sz="2400" b="1">
                <a:solidFill>
                  <a:srgbClr val="173343"/>
                </a:solidFill>
                <a:latin typeface="Apple SD Gothic Neo"/>
                <a:ea typeface="Apple SD Gothic Neo"/>
                <a:cs typeface="Apple SD Gothic Neo"/>
              </a:defRPr>
            </a:lvl6pPr>
            <a:lvl7pPr>
              <a:defRPr sz="2400" b="1">
                <a:solidFill>
                  <a:srgbClr val="173343"/>
                </a:solidFill>
                <a:latin typeface="Apple SD Gothic Neo"/>
                <a:ea typeface="Apple SD Gothic Neo"/>
                <a:cs typeface="Apple SD Gothic Neo"/>
              </a:defRPr>
            </a:lvl7pPr>
            <a:lvl8pPr>
              <a:defRPr sz="2400" b="1">
                <a:solidFill>
                  <a:srgbClr val="173343"/>
                </a:solidFill>
                <a:latin typeface="Apple SD Gothic Neo"/>
                <a:ea typeface="Apple SD Gothic Neo"/>
                <a:cs typeface="Apple SD Gothic Neo"/>
              </a:defRPr>
            </a:lvl8pPr>
            <a:lvl9pPr>
              <a:defRPr sz="2400" b="1">
                <a:solidFill>
                  <a:srgbClr val="173343"/>
                </a:solidFill>
                <a:latin typeface="Apple SD Gothic Neo"/>
                <a:ea typeface="Apple SD Gothic Neo"/>
                <a:cs typeface="Apple SD Gothic Neo"/>
              </a:defRPr>
            </a:lvl9pPr>
          </a:lstStyle>
          <a:p xmlns:a="http://schemas.openxmlformats.org/drawingml/2006/main">
            <a:pPr>
              <a:defRPr sz="2400" b="1">
                <a:solidFill>
                  <a:srgbClr val="173343"/>
                </a:solidFill>
                <a:latin typeface="Apple SD Gothic Neo"/>
                <a:ea typeface="Apple SD Gothic Neo"/>
                <a:cs typeface="Apple SD Gothic Neo"/>
              </a:defRPr>
            </a:pPr>
            <a:r>
              <a:rPr sz="2400" b="1">
                <a:solidFill>
                  <a:srgbClr val="173343"/>
                </a:solidFill>
                <a:latin typeface="Apple SD Gothic Neo"/>
                <a:ea typeface="Apple SD Gothic Neo"/>
                <a:cs typeface="Apple SD Gothic Neo"/>
              </a:rPr>
              <a:t>설정으로 정책을 모으고</a:t>
            </a:r>
          </a:p>
          <a:p xmlns:a="http://schemas.openxmlformats.org/drawingml/2006/main">
            <a:pPr>
              <a:defRPr sz="2400" b="1">
                <a:solidFill>
                  <a:srgbClr val="173343"/>
                </a:solidFill>
                <a:latin typeface="Apple SD Gothic Neo"/>
                <a:ea typeface="Apple SD Gothic Neo"/>
                <a:cs typeface="Apple SD Gothic Neo"/>
              </a:defRPr>
            </a:pPr>
            <a:r>
              <a:rPr sz="2400" b="1">
                <a:solidFill>
                  <a:srgbClr val="173343"/>
                </a:solidFill>
                <a:latin typeface="Apple SD Gothic Neo"/>
                <a:ea typeface="Apple SD Gothic Neo"/>
                <a:cs typeface="Apple SD Gothic Neo"/>
              </a:rPr>
              <a:t>계획·Tool 경계에서 다시 검증</a:t>
            </a:r>
          </a:p>
        </p:txBody>
      </p:sp>
      <p:sp>
        <p:nvSpPr>
          <p:cNvPr id="11" name="">
            <a:extLst xmlns:a="http://schemas.openxmlformats.org/drawingml/2006/main">
              <a:ext uri="{FF2B5EF4-FFF2-40B4-BE49-F238E27FC236}">
                <a16:creationId xmlns:a16="http://schemas.microsoft.com/office/drawing/2014/main" id="{11F61811-B1B3-411F-834A-3CF9BA702AC9}"/>
              </a:ext>
            </a:extLst>
          </p:cNvPr>
          <p:cNvSpPr>
            <a:spLocks xmlns:a="http://schemas.openxmlformats.org/drawingml/2006/main" noGrp="1"/>
          </p:cNvSpPr>
          <p:nvPr/>
        </p:nvSpPr>
        <p:spPr>
          <a:xfrm xmlns:a="http://schemas.openxmlformats.org/drawingml/2006/main">
            <a:off x="609600" y="5772150"/>
            <a:ext cx="10953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526A77"/>
                </a:solidFill>
                <a:latin typeface="Apple SD Gothic Neo"/>
                <a:ea typeface="Apple SD Gothic Neo"/>
                <a:cs typeface="Apple SD Gothic Neo"/>
              </a:defRPr>
            </a:defPPr>
            <a:lvl1pPr>
              <a:defRPr sz="1500" b="0">
                <a:solidFill>
                  <a:srgbClr val="526A77"/>
                </a:solidFill>
                <a:latin typeface="Apple SD Gothic Neo"/>
                <a:ea typeface="Apple SD Gothic Neo"/>
                <a:cs typeface="Apple SD Gothic Neo"/>
              </a:defRPr>
            </a:lvl1pPr>
            <a:lvl2pPr>
              <a:defRPr sz="1500" b="0">
                <a:solidFill>
                  <a:srgbClr val="526A77"/>
                </a:solidFill>
                <a:latin typeface="Apple SD Gothic Neo"/>
                <a:ea typeface="Apple SD Gothic Neo"/>
                <a:cs typeface="Apple SD Gothic Neo"/>
              </a:defRPr>
            </a:lvl2pPr>
            <a:lvl3pPr>
              <a:defRPr sz="1500" b="0">
                <a:solidFill>
                  <a:srgbClr val="526A77"/>
                </a:solidFill>
                <a:latin typeface="Apple SD Gothic Neo"/>
                <a:ea typeface="Apple SD Gothic Neo"/>
                <a:cs typeface="Apple SD Gothic Neo"/>
              </a:defRPr>
            </a:lvl3pPr>
            <a:lvl4pPr>
              <a:defRPr sz="1500" b="0">
                <a:solidFill>
                  <a:srgbClr val="526A77"/>
                </a:solidFill>
                <a:latin typeface="Apple SD Gothic Neo"/>
                <a:ea typeface="Apple SD Gothic Neo"/>
                <a:cs typeface="Apple SD Gothic Neo"/>
              </a:defRPr>
            </a:lvl4pPr>
            <a:lvl5pPr>
              <a:defRPr sz="1500" b="0">
                <a:solidFill>
                  <a:srgbClr val="526A77"/>
                </a:solidFill>
                <a:latin typeface="Apple SD Gothic Neo"/>
                <a:ea typeface="Apple SD Gothic Neo"/>
                <a:cs typeface="Apple SD Gothic Neo"/>
              </a:defRPr>
            </a:lvl5pPr>
            <a:lvl6pPr>
              <a:defRPr sz="1500" b="0">
                <a:solidFill>
                  <a:srgbClr val="526A77"/>
                </a:solidFill>
                <a:latin typeface="Apple SD Gothic Neo"/>
                <a:ea typeface="Apple SD Gothic Neo"/>
                <a:cs typeface="Apple SD Gothic Neo"/>
              </a:defRPr>
            </a:lvl6pPr>
            <a:lvl7pPr>
              <a:defRPr sz="1500" b="0">
                <a:solidFill>
                  <a:srgbClr val="526A77"/>
                </a:solidFill>
                <a:latin typeface="Apple SD Gothic Neo"/>
                <a:ea typeface="Apple SD Gothic Neo"/>
                <a:cs typeface="Apple SD Gothic Neo"/>
              </a:defRPr>
            </a:lvl7pPr>
            <a:lvl8pPr>
              <a:defRPr sz="1500" b="0">
                <a:solidFill>
                  <a:srgbClr val="526A77"/>
                </a:solidFill>
                <a:latin typeface="Apple SD Gothic Neo"/>
                <a:ea typeface="Apple SD Gothic Neo"/>
                <a:cs typeface="Apple SD Gothic Neo"/>
              </a:defRPr>
            </a:lvl8pPr>
            <a:lvl9pPr>
              <a:defRPr sz="1500" b="0">
                <a:solidFill>
                  <a:srgbClr val="526A77"/>
                </a:solidFill>
                <a:latin typeface="Apple SD Gothic Neo"/>
                <a:ea typeface="Apple SD Gothic Neo"/>
                <a:cs typeface="Apple SD Gothic Neo"/>
              </a:defRPr>
            </a:lvl9pPr>
          </a:lstStyle>
          <a:p xmlns:a="http://schemas.openxmlformats.org/drawingml/2006/main">
            <a:pPr>
              <a:defRPr sz="1500" b="0">
                <a:solidFill>
                  <a:srgbClr val="526A77"/>
                </a:solidFill>
                <a:latin typeface="Apple SD Gothic Neo"/>
                <a:ea typeface="Apple SD Gothic Neo"/>
                <a:cs typeface="Apple SD Gothic Neo"/>
              </a:defRPr>
            </a:pPr>
            <a:r>
              <a:rPr sz="1500" b="0">
                <a:solidFill>
                  <a:srgbClr val="526A77"/>
                </a:solidFill>
                <a:latin typeface="Apple SD Gothic Neo"/>
                <a:ea typeface="Apple SD Gothic Neo"/>
                <a:cs typeface="Apple SD Gothic Neo"/>
              </a:rPr>
              <a:t>같은 fake·고정 MCP의 운영 질의 2개. 전체 운영 오류율이 아닌 해당 사례의 정책 검사입니다.</a:t>
            </a:r>
          </a:p>
        </p:txBody>
      </p:sp>
    </p:spTree>
    <p:extLst>
      <p:ext uri="{BB962C8B-B14F-4D97-AF65-F5344CB8AC3E}">
        <p14:creationId xmlns:p14="http://schemas.microsoft.com/office/powerpoint/2010/main" val="1877346781"/>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E6B3F190-45C8-4164-AB40-AA96EDD131C6}"/>
              </a:ext>
            </a:extLst>
          </p:cNvPr>
          <p:cNvSpPr>
            <a:spLocks xmlns:a="http://schemas.openxmlformats.org/drawingml/2006/main" noGrp="1"/>
          </p:cNvSpPr>
          <p:nvPr/>
        </p:nvSpPr>
        <p:spPr>
          <a:xfrm xmlns:a="http://schemas.openxmlformats.org/drawingml/2006/main">
            <a:off x="609600" y="32385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087D69"/>
                </a:solidFill>
                <a:latin typeface="Apple SD Gothic Neo"/>
                <a:ea typeface="Apple SD Gothic Neo"/>
                <a:cs typeface="Apple SD Gothic Neo"/>
              </a:defRPr>
            </a:defPPr>
            <a:lvl1pPr>
              <a:defRPr sz="1425" b="1">
                <a:solidFill>
                  <a:srgbClr val="087D69"/>
                </a:solidFill>
                <a:latin typeface="Apple SD Gothic Neo"/>
                <a:ea typeface="Apple SD Gothic Neo"/>
                <a:cs typeface="Apple SD Gothic Neo"/>
              </a:defRPr>
            </a:lvl1pPr>
            <a:lvl2pPr>
              <a:defRPr sz="1425" b="1">
                <a:solidFill>
                  <a:srgbClr val="087D69"/>
                </a:solidFill>
                <a:latin typeface="Apple SD Gothic Neo"/>
                <a:ea typeface="Apple SD Gothic Neo"/>
                <a:cs typeface="Apple SD Gothic Neo"/>
              </a:defRPr>
            </a:lvl2pPr>
            <a:lvl3pPr>
              <a:defRPr sz="1425" b="1">
                <a:solidFill>
                  <a:srgbClr val="087D69"/>
                </a:solidFill>
                <a:latin typeface="Apple SD Gothic Neo"/>
                <a:ea typeface="Apple SD Gothic Neo"/>
                <a:cs typeface="Apple SD Gothic Neo"/>
              </a:defRPr>
            </a:lvl3pPr>
            <a:lvl4pPr>
              <a:defRPr sz="1425" b="1">
                <a:solidFill>
                  <a:srgbClr val="087D69"/>
                </a:solidFill>
                <a:latin typeface="Apple SD Gothic Neo"/>
                <a:ea typeface="Apple SD Gothic Neo"/>
                <a:cs typeface="Apple SD Gothic Neo"/>
              </a:defRPr>
            </a:lvl4pPr>
            <a:lvl5pPr>
              <a:defRPr sz="1425" b="1">
                <a:solidFill>
                  <a:srgbClr val="087D69"/>
                </a:solidFill>
                <a:latin typeface="Apple SD Gothic Neo"/>
                <a:ea typeface="Apple SD Gothic Neo"/>
                <a:cs typeface="Apple SD Gothic Neo"/>
              </a:defRPr>
            </a:lvl5pPr>
            <a:lvl6pPr>
              <a:defRPr sz="1425" b="1">
                <a:solidFill>
                  <a:srgbClr val="087D69"/>
                </a:solidFill>
                <a:latin typeface="Apple SD Gothic Neo"/>
                <a:ea typeface="Apple SD Gothic Neo"/>
                <a:cs typeface="Apple SD Gothic Neo"/>
              </a:defRPr>
            </a:lvl6pPr>
            <a:lvl7pPr>
              <a:defRPr sz="1425" b="1">
                <a:solidFill>
                  <a:srgbClr val="087D69"/>
                </a:solidFill>
                <a:latin typeface="Apple SD Gothic Neo"/>
                <a:ea typeface="Apple SD Gothic Neo"/>
                <a:cs typeface="Apple SD Gothic Neo"/>
              </a:defRPr>
            </a:lvl7pPr>
            <a:lvl8pPr>
              <a:defRPr sz="1425" b="1">
                <a:solidFill>
                  <a:srgbClr val="087D69"/>
                </a:solidFill>
                <a:latin typeface="Apple SD Gothic Neo"/>
                <a:ea typeface="Apple SD Gothic Neo"/>
                <a:cs typeface="Apple SD Gothic Neo"/>
              </a:defRPr>
            </a:lvl8pPr>
            <a:lvl9pPr>
              <a:defRPr sz="1425" b="1">
                <a:solidFill>
                  <a:srgbClr val="087D69"/>
                </a:solidFill>
                <a:latin typeface="Apple SD Gothic Neo"/>
                <a:ea typeface="Apple SD Gothic Neo"/>
                <a:cs typeface="Apple SD Gothic Neo"/>
              </a:defRPr>
            </a:lvl9pPr>
          </a:lstStyle>
          <a:p xmlns:a="http://schemas.openxmlformats.org/drawingml/2006/main">
            <a:pPr>
              <a:defRPr sz="1425" b="1">
                <a:solidFill>
                  <a:srgbClr val="087D69"/>
                </a:solidFill>
                <a:latin typeface="Apple SD Gothic Neo"/>
                <a:ea typeface="Apple SD Gothic Neo"/>
                <a:cs typeface="Apple SD Gothic Neo"/>
              </a:defRPr>
            </a:pPr>
            <a:r>
              <a:rPr sz="1425" b="1">
                <a:solidFill>
                  <a:srgbClr val="087D69"/>
                </a:solidFill>
                <a:latin typeface="Apple SD Gothic Neo"/>
                <a:ea typeface="Apple SD Gothic Neo"/>
                <a:cs typeface="Apple SD Gothic Neo"/>
              </a:rPr>
              <a:t>S2 · 과제 #1</a:t>
            </a:r>
          </a:p>
        </p:txBody>
      </p:sp>
      <p:sp>
        <p:nvSpPr>
          <p:cNvPr id="2" name="">
            <a:extLst xmlns:a="http://schemas.openxmlformats.org/drawingml/2006/main">
              <a:ext uri="{FF2B5EF4-FFF2-40B4-BE49-F238E27FC236}">
                <a16:creationId xmlns:a16="http://schemas.microsoft.com/office/drawing/2014/main" id="{D2A17CBA-B386-407F-949C-EB05CF3F3BDD}"/>
              </a:ext>
            </a:extLst>
          </p:cNvPr>
          <p:cNvSpPr>
            <a:spLocks xmlns:a="http://schemas.openxmlformats.org/drawingml/2006/main" noGrp="1"/>
          </p:cNvSpPr>
          <p:nvPr/>
        </p:nvSpPr>
        <p:spPr>
          <a:xfrm xmlns:a="http://schemas.openxmlformats.org/drawingml/2006/main">
            <a:off x="609600" y="83820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75" b="1">
                <a:solidFill>
                  <a:srgbClr val="173343"/>
                </a:solidFill>
                <a:latin typeface="Apple SD Gothic Neo"/>
                <a:ea typeface="Apple SD Gothic Neo"/>
                <a:cs typeface="Apple SD Gothic Neo"/>
              </a:defRPr>
            </a:defPPr>
            <a:lvl1pPr>
              <a:defRPr sz="3375" b="1">
                <a:solidFill>
                  <a:srgbClr val="173343"/>
                </a:solidFill>
                <a:latin typeface="Apple SD Gothic Neo"/>
                <a:ea typeface="Apple SD Gothic Neo"/>
                <a:cs typeface="Apple SD Gothic Neo"/>
              </a:defRPr>
            </a:lvl1pPr>
            <a:lvl2pPr>
              <a:defRPr sz="3375" b="1">
                <a:solidFill>
                  <a:srgbClr val="173343"/>
                </a:solidFill>
                <a:latin typeface="Apple SD Gothic Neo"/>
                <a:ea typeface="Apple SD Gothic Neo"/>
                <a:cs typeface="Apple SD Gothic Neo"/>
              </a:defRPr>
            </a:lvl2pPr>
            <a:lvl3pPr>
              <a:defRPr sz="3375" b="1">
                <a:solidFill>
                  <a:srgbClr val="173343"/>
                </a:solidFill>
                <a:latin typeface="Apple SD Gothic Neo"/>
                <a:ea typeface="Apple SD Gothic Neo"/>
                <a:cs typeface="Apple SD Gothic Neo"/>
              </a:defRPr>
            </a:lvl3pPr>
            <a:lvl4pPr>
              <a:defRPr sz="3375" b="1">
                <a:solidFill>
                  <a:srgbClr val="173343"/>
                </a:solidFill>
                <a:latin typeface="Apple SD Gothic Neo"/>
                <a:ea typeface="Apple SD Gothic Neo"/>
                <a:cs typeface="Apple SD Gothic Neo"/>
              </a:defRPr>
            </a:lvl4pPr>
            <a:lvl5pPr>
              <a:defRPr sz="3375" b="1">
                <a:solidFill>
                  <a:srgbClr val="173343"/>
                </a:solidFill>
                <a:latin typeface="Apple SD Gothic Neo"/>
                <a:ea typeface="Apple SD Gothic Neo"/>
                <a:cs typeface="Apple SD Gothic Neo"/>
              </a:defRPr>
            </a:lvl5pPr>
            <a:lvl6pPr>
              <a:defRPr sz="3375" b="1">
                <a:solidFill>
                  <a:srgbClr val="173343"/>
                </a:solidFill>
                <a:latin typeface="Apple SD Gothic Neo"/>
                <a:ea typeface="Apple SD Gothic Neo"/>
                <a:cs typeface="Apple SD Gothic Neo"/>
              </a:defRPr>
            </a:lvl6pPr>
            <a:lvl7pPr>
              <a:defRPr sz="3375" b="1">
                <a:solidFill>
                  <a:srgbClr val="173343"/>
                </a:solidFill>
                <a:latin typeface="Apple SD Gothic Neo"/>
                <a:ea typeface="Apple SD Gothic Neo"/>
                <a:cs typeface="Apple SD Gothic Neo"/>
              </a:defRPr>
            </a:lvl7pPr>
            <a:lvl8pPr>
              <a:defRPr sz="3375" b="1">
                <a:solidFill>
                  <a:srgbClr val="173343"/>
                </a:solidFill>
                <a:latin typeface="Apple SD Gothic Neo"/>
                <a:ea typeface="Apple SD Gothic Neo"/>
                <a:cs typeface="Apple SD Gothic Neo"/>
              </a:defRPr>
            </a:lvl8pPr>
            <a:lvl9pPr>
              <a:defRPr sz="3375" b="1">
                <a:solidFill>
                  <a:srgbClr val="173343"/>
                </a:solidFill>
                <a:latin typeface="Apple SD Gothic Neo"/>
                <a:ea typeface="Apple SD Gothic Neo"/>
                <a:cs typeface="Apple SD Gothic Neo"/>
              </a:defRPr>
            </a:lvl9pPr>
          </a:lstStyle>
          <a:p xmlns:a="http://schemas.openxmlformats.org/drawingml/2006/main">
            <a:pPr>
              <a:defRPr sz="3375" b="1">
                <a:solidFill>
                  <a:srgbClr val="173343"/>
                </a:solidFill>
                <a:latin typeface="Apple SD Gothic Neo"/>
                <a:ea typeface="Apple SD Gothic Neo"/>
                <a:cs typeface="Apple SD Gothic Neo"/>
              </a:defRPr>
            </a:pPr>
            <a:r>
              <a:rPr sz="3375" b="1">
                <a:solidFill>
                  <a:srgbClr val="173343"/>
                </a:solidFill>
                <a:latin typeface="Apple SD Gothic Neo"/>
                <a:ea typeface="Apple SD Gothic Neo"/>
                <a:cs typeface="Apple SD Gothic Neo"/>
              </a:rPr>
              <a:t>키워드 대신 증상의 의미로 런북 검색</a:t>
            </a:r>
          </a:p>
        </p:txBody>
      </p:sp>
      <p:sp>
        <p:nvSpPr>
          <p:cNvPr id="3" name="">
            <a:extLst xmlns:a="http://schemas.openxmlformats.org/drawingml/2006/main">
              <a:ext uri="{FF2B5EF4-FFF2-40B4-BE49-F238E27FC236}">
                <a16:creationId xmlns:a16="http://schemas.microsoft.com/office/drawing/2014/main" id="{46179DC2-9170-4582-9369-3CD8802D4618}"/>
              </a:ext>
            </a:extLst>
          </p:cNvPr>
          <p:cNvSpPr>
            <a:spLocks xmlns:a="http://schemas.openxmlformats.org/drawingml/2006/main" noGrp="1"/>
          </p:cNvSpPr>
          <p:nvPr/>
        </p:nvSpPr>
        <p:spPr>
          <a:xfrm xmlns:a="http://schemas.openxmlformats.org/drawingml/2006/main">
            <a:off x="9810750" y="6381750"/>
            <a:ext cx="1809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26A77"/>
                </a:solidFill>
                <a:latin typeface="Apple SD Gothic Neo"/>
                <a:ea typeface="Apple SD Gothic Neo"/>
                <a:cs typeface="Apple SD Gothic Neo"/>
              </a:defRPr>
            </a:defPPr>
            <a:lvl1pPr>
              <a:defRPr sz="1275" b="0">
                <a:solidFill>
                  <a:srgbClr val="526A77"/>
                </a:solidFill>
                <a:latin typeface="Apple SD Gothic Neo"/>
                <a:ea typeface="Apple SD Gothic Neo"/>
                <a:cs typeface="Apple SD Gothic Neo"/>
              </a:defRPr>
            </a:lvl1pPr>
            <a:lvl2pPr>
              <a:defRPr sz="1275" b="0">
                <a:solidFill>
                  <a:srgbClr val="526A77"/>
                </a:solidFill>
                <a:latin typeface="Apple SD Gothic Neo"/>
                <a:ea typeface="Apple SD Gothic Neo"/>
                <a:cs typeface="Apple SD Gothic Neo"/>
              </a:defRPr>
            </a:lvl2pPr>
            <a:lvl3pPr>
              <a:defRPr sz="1275" b="0">
                <a:solidFill>
                  <a:srgbClr val="526A77"/>
                </a:solidFill>
                <a:latin typeface="Apple SD Gothic Neo"/>
                <a:ea typeface="Apple SD Gothic Neo"/>
                <a:cs typeface="Apple SD Gothic Neo"/>
              </a:defRPr>
            </a:lvl3pPr>
            <a:lvl4pPr>
              <a:defRPr sz="1275" b="0">
                <a:solidFill>
                  <a:srgbClr val="526A77"/>
                </a:solidFill>
                <a:latin typeface="Apple SD Gothic Neo"/>
                <a:ea typeface="Apple SD Gothic Neo"/>
                <a:cs typeface="Apple SD Gothic Neo"/>
              </a:defRPr>
            </a:lvl4pPr>
            <a:lvl5pPr>
              <a:defRPr sz="1275" b="0">
                <a:solidFill>
                  <a:srgbClr val="526A77"/>
                </a:solidFill>
                <a:latin typeface="Apple SD Gothic Neo"/>
                <a:ea typeface="Apple SD Gothic Neo"/>
                <a:cs typeface="Apple SD Gothic Neo"/>
              </a:defRPr>
            </a:lvl5pPr>
            <a:lvl6pPr>
              <a:defRPr sz="1275" b="0">
                <a:solidFill>
                  <a:srgbClr val="526A77"/>
                </a:solidFill>
                <a:latin typeface="Apple SD Gothic Neo"/>
                <a:ea typeface="Apple SD Gothic Neo"/>
                <a:cs typeface="Apple SD Gothic Neo"/>
              </a:defRPr>
            </a:lvl6pPr>
            <a:lvl7pPr>
              <a:defRPr sz="1275" b="0">
                <a:solidFill>
                  <a:srgbClr val="526A77"/>
                </a:solidFill>
                <a:latin typeface="Apple SD Gothic Neo"/>
                <a:ea typeface="Apple SD Gothic Neo"/>
                <a:cs typeface="Apple SD Gothic Neo"/>
              </a:defRPr>
            </a:lvl7pPr>
            <a:lvl8pPr>
              <a:defRPr sz="1275" b="0">
                <a:solidFill>
                  <a:srgbClr val="526A77"/>
                </a:solidFill>
                <a:latin typeface="Apple SD Gothic Neo"/>
                <a:ea typeface="Apple SD Gothic Neo"/>
                <a:cs typeface="Apple SD Gothic Neo"/>
              </a:defRPr>
            </a:lvl8pPr>
            <a:lvl9pPr>
              <a:defRPr sz="1275" b="0">
                <a:solidFill>
                  <a:srgbClr val="526A77"/>
                </a:solidFill>
                <a:latin typeface="Apple SD Gothic Neo"/>
                <a:ea typeface="Apple SD Gothic Neo"/>
                <a:cs typeface="Apple SD Gothic Neo"/>
              </a:defRPr>
            </a:lvl9pPr>
          </a:lstStyle>
          <a:p xmlns:a="http://schemas.openxmlformats.org/drawingml/2006/main">
            <a:pPr>
              <a:defRPr sz="1275" b="0">
                <a:solidFill>
                  <a:srgbClr val="526A77"/>
                </a:solidFill>
                <a:latin typeface="Apple SD Gothic Neo"/>
                <a:ea typeface="Apple SD Gothic Neo"/>
                <a:cs typeface="Apple SD Gothic Neo"/>
              </a:defRPr>
            </a:pPr>
            <a:r>
              <a:rPr sz="1275" b="0">
                <a:solidFill>
                  <a:srgbClr val="526A77"/>
                </a:solidFill>
                <a:latin typeface="Apple SD Gothic Neo"/>
                <a:ea typeface="Apple SD Gothic Neo"/>
                <a:cs typeface="Apple SD Gothic Neo"/>
              </a:rPr>
              <a:t>03  /  발표 본문</a:t>
            </a:r>
          </a:p>
        </p:txBody>
      </p:sp>
      <p:graphicFrame>
        <p:nvGraphicFramePr>
          <p:cNvPr id="4" name="Chart">
            <a:extLst xmlns:a="http://schemas.openxmlformats.org/drawingml/2006/main">
              <a:ext uri="{FF2B5EF4-FFF2-40B4-BE49-F238E27FC236}">
                <a16:creationId xmlns:a16="http://schemas.microsoft.com/office/drawing/2014/main" id="{A02A0FA7-1472-4AB3-87B7-10B4A6E91126}"/>
              </a:ext>
            </a:extLst>
          </p:cNvPr>
          <p:cNvGraphicFramePr/>
          <p:nvPr/>
        </p:nvGraphicFramePr>
        <p:xfrm>
          <a:off xmlns:a="http://schemas.openxmlformats.org/drawingml/2006/main" x="609600" y="2133600"/>
          <a:ext xmlns:a="http://schemas.openxmlformats.org/drawingml/2006/main" cx="5638800" cy="3190875"/>
        </p:xfrm>
        <a:graphic xmlns:a="http://schemas.openxmlformats.org/drawingml/2006/main">
          <a:graphicData uri="http://schemas.openxmlformats.org/drawingml/2006/chart">
            <c:chart xmlns:r="http://schemas.openxmlformats.org/officeDocument/2006/relationships" xmlns:c="http://schemas.openxmlformats.org/drawingml/2006/chart" r:id="Re7522f7bd4e9452a"/>
          </a:graphicData>
        </a:graphic>
      </p:graphicFrame>
      <p:sp>
        <p:nvSpPr>
          <p:cNvPr id="5" name="">
            <a:extLst xmlns:a="http://schemas.openxmlformats.org/drawingml/2006/main">
              <a:ext uri="{FF2B5EF4-FFF2-40B4-BE49-F238E27FC236}">
                <a16:creationId xmlns:a16="http://schemas.microsoft.com/office/drawing/2014/main" id="{F05D4134-C81B-45FC-8D43-7B1A962B695A}"/>
              </a:ext>
            </a:extLst>
          </p:cNvPr>
          <p:cNvSpPr>
            <a:spLocks xmlns:a="http://schemas.openxmlformats.org/drawingml/2006/main" noGrp="1"/>
          </p:cNvSpPr>
          <p:nvPr/>
        </p:nvSpPr>
        <p:spPr>
          <a:xfrm xmlns:a="http://schemas.openxmlformats.org/drawingml/2006/main">
            <a:off x="6934200" y="2276475"/>
            <a:ext cx="45243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125" b="1">
                <a:solidFill>
                  <a:srgbClr val="087D69"/>
                </a:solidFill>
                <a:latin typeface="Apple SD Gothic Neo"/>
                <a:ea typeface="Apple SD Gothic Neo"/>
                <a:cs typeface="Apple SD Gothic Neo"/>
              </a:defRPr>
            </a:defPPr>
            <a:lvl1pPr>
              <a:defRPr sz="4125" b="1">
                <a:solidFill>
                  <a:srgbClr val="087D69"/>
                </a:solidFill>
                <a:latin typeface="Apple SD Gothic Neo"/>
                <a:ea typeface="Apple SD Gothic Neo"/>
                <a:cs typeface="Apple SD Gothic Neo"/>
              </a:defRPr>
            </a:lvl1pPr>
            <a:lvl2pPr>
              <a:defRPr sz="4125" b="1">
                <a:solidFill>
                  <a:srgbClr val="087D69"/>
                </a:solidFill>
                <a:latin typeface="Apple SD Gothic Neo"/>
                <a:ea typeface="Apple SD Gothic Neo"/>
                <a:cs typeface="Apple SD Gothic Neo"/>
              </a:defRPr>
            </a:lvl2pPr>
            <a:lvl3pPr>
              <a:defRPr sz="4125" b="1">
                <a:solidFill>
                  <a:srgbClr val="087D69"/>
                </a:solidFill>
                <a:latin typeface="Apple SD Gothic Neo"/>
                <a:ea typeface="Apple SD Gothic Neo"/>
                <a:cs typeface="Apple SD Gothic Neo"/>
              </a:defRPr>
            </a:lvl3pPr>
            <a:lvl4pPr>
              <a:defRPr sz="4125" b="1">
                <a:solidFill>
                  <a:srgbClr val="087D69"/>
                </a:solidFill>
                <a:latin typeface="Apple SD Gothic Neo"/>
                <a:ea typeface="Apple SD Gothic Neo"/>
                <a:cs typeface="Apple SD Gothic Neo"/>
              </a:defRPr>
            </a:lvl4pPr>
            <a:lvl5pPr>
              <a:defRPr sz="4125" b="1">
                <a:solidFill>
                  <a:srgbClr val="087D69"/>
                </a:solidFill>
                <a:latin typeface="Apple SD Gothic Neo"/>
                <a:ea typeface="Apple SD Gothic Neo"/>
                <a:cs typeface="Apple SD Gothic Neo"/>
              </a:defRPr>
            </a:lvl5pPr>
            <a:lvl6pPr>
              <a:defRPr sz="4125" b="1">
                <a:solidFill>
                  <a:srgbClr val="087D69"/>
                </a:solidFill>
                <a:latin typeface="Apple SD Gothic Neo"/>
                <a:ea typeface="Apple SD Gothic Neo"/>
                <a:cs typeface="Apple SD Gothic Neo"/>
              </a:defRPr>
            </a:lvl6pPr>
            <a:lvl7pPr>
              <a:defRPr sz="4125" b="1">
                <a:solidFill>
                  <a:srgbClr val="087D69"/>
                </a:solidFill>
                <a:latin typeface="Apple SD Gothic Neo"/>
                <a:ea typeface="Apple SD Gothic Neo"/>
                <a:cs typeface="Apple SD Gothic Neo"/>
              </a:defRPr>
            </a:lvl7pPr>
            <a:lvl8pPr>
              <a:defRPr sz="4125" b="1">
                <a:solidFill>
                  <a:srgbClr val="087D69"/>
                </a:solidFill>
                <a:latin typeface="Apple SD Gothic Neo"/>
                <a:ea typeface="Apple SD Gothic Neo"/>
                <a:cs typeface="Apple SD Gothic Neo"/>
              </a:defRPr>
            </a:lvl8pPr>
            <a:lvl9pPr>
              <a:defRPr sz="4125" b="1">
                <a:solidFill>
                  <a:srgbClr val="087D69"/>
                </a:solidFill>
                <a:latin typeface="Apple SD Gothic Neo"/>
                <a:ea typeface="Apple SD Gothic Neo"/>
                <a:cs typeface="Apple SD Gothic Neo"/>
              </a:defRPr>
            </a:lvl9pPr>
          </a:lstStyle>
          <a:p xmlns:a="http://schemas.openxmlformats.org/drawingml/2006/main">
            <a:pPr>
              <a:defRPr sz="4125" b="1">
                <a:solidFill>
                  <a:srgbClr val="087D69"/>
                </a:solidFill>
                <a:latin typeface="Apple SD Gothic Neo"/>
                <a:ea typeface="Apple SD Gothic Neo"/>
                <a:cs typeface="Apple SD Gothic Neo"/>
              </a:defRPr>
            </a:pPr>
            <a:r>
              <a:rPr sz="4125" b="1">
                <a:solidFill>
                  <a:srgbClr val="087D69"/>
                </a:solidFill>
                <a:latin typeface="Apple SD Gothic Neo"/>
                <a:ea typeface="Apple SD Gothic Neo"/>
                <a:cs typeface="Apple SD Gothic Neo"/>
              </a:rPr>
              <a:t>1/6 → 4/6</a:t>
            </a:r>
          </a:p>
        </p:txBody>
      </p:sp>
      <p:sp>
        <p:nvSpPr>
          <p:cNvPr id="6" name="">
            <a:extLst xmlns:a="http://schemas.openxmlformats.org/drawingml/2006/main">
              <a:ext uri="{FF2B5EF4-FFF2-40B4-BE49-F238E27FC236}">
                <a16:creationId xmlns:a16="http://schemas.microsoft.com/office/drawing/2014/main" id="{97BAF0C9-0AD9-4C33-8786-4220F68DC92A}"/>
              </a:ext>
            </a:extLst>
          </p:cNvPr>
          <p:cNvSpPr>
            <a:spLocks xmlns:a="http://schemas.openxmlformats.org/drawingml/2006/main" noGrp="1"/>
          </p:cNvSpPr>
          <p:nvPr/>
        </p:nvSpPr>
        <p:spPr>
          <a:xfrm xmlns:a="http://schemas.openxmlformats.org/drawingml/2006/main">
            <a:off x="6934200" y="3143250"/>
            <a:ext cx="45243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73343"/>
                </a:solidFill>
                <a:latin typeface="Apple SD Gothic Neo"/>
                <a:ea typeface="Apple SD Gothic Neo"/>
                <a:cs typeface="Apple SD Gothic Neo"/>
              </a:defRPr>
            </a:defPPr>
            <a:lvl1pPr>
              <a:defRPr sz="2175" b="0">
                <a:solidFill>
                  <a:srgbClr val="173343"/>
                </a:solidFill>
                <a:latin typeface="Apple SD Gothic Neo"/>
                <a:ea typeface="Apple SD Gothic Neo"/>
                <a:cs typeface="Apple SD Gothic Neo"/>
              </a:defRPr>
            </a:lvl1pPr>
            <a:lvl2pPr>
              <a:defRPr sz="2175" b="0">
                <a:solidFill>
                  <a:srgbClr val="173343"/>
                </a:solidFill>
                <a:latin typeface="Apple SD Gothic Neo"/>
                <a:ea typeface="Apple SD Gothic Neo"/>
                <a:cs typeface="Apple SD Gothic Neo"/>
              </a:defRPr>
            </a:lvl2pPr>
            <a:lvl3pPr>
              <a:defRPr sz="2175" b="0">
                <a:solidFill>
                  <a:srgbClr val="173343"/>
                </a:solidFill>
                <a:latin typeface="Apple SD Gothic Neo"/>
                <a:ea typeface="Apple SD Gothic Neo"/>
                <a:cs typeface="Apple SD Gothic Neo"/>
              </a:defRPr>
            </a:lvl3pPr>
            <a:lvl4pPr>
              <a:defRPr sz="2175" b="0">
                <a:solidFill>
                  <a:srgbClr val="173343"/>
                </a:solidFill>
                <a:latin typeface="Apple SD Gothic Neo"/>
                <a:ea typeface="Apple SD Gothic Neo"/>
                <a:cs typeface="Apple SD Gothic Neo"/>
              </a:defRPr>
            </a:lvl4pPr>
            <a:lvl5pPr>
              <a:defRPr sz="2175" b="0">
                <a:solidFill>
                  <a:srgbClr val="173343"/>
                </a:solidFill>
                <a:latin typeface="Apple SD Gothic Neo"/>
                <a:ea typeface="Apple SD Gothic Neo"/>
                <a:cs typeface="Apple SD Gothic Neo"/>
              </a:defRPr>
            </a:lvl5pPr>
            <a:lvl6pPr>
              <a:defRPr sz="2175" b="0">
                <a:solidFill>
                  <a:srgbClr val="173343"/>
                </a:solidFill>
                <a:latin typeface="Apple SD Gothic Neo"/>
                <a:ea typeface="Apple SD Gothic Neo"/>
                <a:cs typeface="Apple SD Gothic Neo"/>
              </a:defRPr>
            </a:lvl6pPr>
            <a:lvl7pPr>
              <a:defRPr sz="2175" b="0">
                <a:solidFill>
                  <a:srgbClr val="173343"/>
                </a:solidFill>
                <a:latin typeface="Apple SD Gothic Neo"/>
                <a:ea typeface="Apple SD Gothic Neo"/>
                <a:cs typeface="Apple SD Gothic Neo"/>
              </a:defRPr>
            </a:lvl7pPr>
            <a:lvl8pPr>
              <a:defRPr sz="2175" b="0">
                <a:solidFill>
                  <a:srgbClr val="173343"/>
                </a:solidFill>
                <a:latin typeface="Apple SD Gothic Neo"/>
                <a:ea typeface="Apple SD Gothic Neo"/>
                <a:cs typeface="Apple SD Gothic Neo"/>
              </a:defRPr>
            </a:lvl8pPr>
            <a:lvl9pPr>
              <a:defRPr sz="2175" b="0">
                <a:solidFill>
                  <a:srgbClr val="173343"/>
                </a:solidFill>
                <a:latin typeface="Apple SD Gothic Neo"/>
                <a:ea typeface="Apple SD Gothic Neo"/>
                <a:cs typeface="Apple SD Gothic Neo"/>
              </a:defRPr>
            </a:lvl9pPr>
          </a:lstStyle>
          <a:p xmlns:a="http://schemas.openxmlformats.org/drawingml/2006/main">
            <a:pPr>
              <a:defRPr sz="2175" b="0">
                <a:solidFill>
                  <a:srgbClr val="173343"/>
                </a:solidFill>
                <a:latin typeface="Apple SD Gothic Neo"/>
                <a:ea typeface="Apple SD Gothic Neo"/>
                <a:cs typeface="Apple SD Gothic Neo"/>
              </a:defRPr>
            </a:pPr>
            <a:r>
              <a:rPr sz="2175" b="0">
                <a:solidFill>
                  <a:srgbClr val="173343"/>
                </a:solidFill>
                <a:latin typeface="Apple SD Gothic Neo"/>
                <a:ea typeface="Apple SD Gothic Neo"/>
                <a:cs typeface="Apple SD Gothic Neo"/>
              </a:rPr>
              <a:t>16.7% → 66.7%  (+50%p)</a:t>
            </a:r>
          </a:p>
        </p:txBody>
      </p:sp>
      <p:sp>
        <p:nvSpPr>
          <p:cNvPr id="7" name="">
            <a:extLst xmlns:a="http://schemas.openxmlformats.org/drawingml/2006/main">
              <a:ext uri="{FF2B5EF4-FFF2-40B4-BE49-F238E27FC236}">
                <a16:creationId xmlns:a16="http://schemas.microsoft.com/office/drawing/2014/main" id="{969CFE49-0394-4AB1-AFC5-8F218F5A169E}"/>
              </a:ext>
            </a:extLst>
          </p:cNvPr>
          <p:cNvSpPr>
            <a:spLocks xmlns:a="http://schemas.openxmlformats.org/drawingml/2006/main" noGrp="1"/>
          </p:cNvSpPr>
          <p:nvPr/>
        </p:nvSpPr>
        <p:spPr>
          <a:xfrm xmlns:a="http://schemas.openxmlformats.org/drawingml/2006/main">
            <a:off x="6934200" y="3943350"/>
            <a:ext cx="452437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73343"/>
                </a:solidFill>
                <a:latin typeface="Apple SD Gothic Neo"/>
                <a:ea typeface="Apple SD Gothic Neo"/>
                <a:cs typeface="Apple SD Gothic Neo"/>
              </a:defRPr>
            </a:defPPr>
            <a:lvl1pPr>
              <a:defRPr sz="2100" b="0">
                <a:solidFill>
                  <a:srgbClr val="173343"/>
                </a:solidFill>
                <a:latin typeface="Apple SD Gothic Neo"/>
                <a:ea typeface="Apple SD Gothic Neo"/>
                <a:cs typeface="Apple SD Gothic Neo"/>
              </a:defRPr>
            </a:lvl1pPr>
            <a:lvl2pPr>
              <a:defRPr sz="2100" b="0">
                <a:solidFill>
                  <a:srgbClr val="173343"/>
                </a:solidFill>
                <a:latin typeface="Apple SD Gothic Neo"/>
                <a:ea typeface="Apple SD Gothic Neo"/>
                <a:cs typeface="Apple SD Gothic Neo"/>
              </a:defRPr>
            </a:lvl2pPr>
            <a:lvl3pPr>
              <a:defRPr sz="2100" b="0">
                <a:solidFill>
                  <a:srgbClr val="173343"/>
                </a:solidFill>
                <a:latin typeface="Apple SD Gothic Neo"/>
                <a:ea typeface="Apple SD Gothic Neo"/>
                <a:cs typeface="Apple SD Gothic Neo"/>
              </a:defRPr>
            </a:lvl3pPr>
            <a:lvl4pPr>
              <a:defRPr sz="2100" b="0">
                <a:solidFill>
                  <a:srgbClr val="173343"/>
                </a:solidFill>
                <a:latin typeface="Apple SD Gothic Neo"/>
                <a:ea typeface="Apple SD Gothic Neo"/>
                <a:cs typeface="Apple SD Gothic Neo"/>
              </a:defRPr>
            </a:lvl4pPr>
            <a:lvl5pPr>
              <a:defRPr sz="2100" b="0">
                <a:solidFill>
                  <a:srgbClr val="173343"/>
                </a:solidFill>
                <a:latin typeface="Apple SD Gothic Neo"/>
                <a:ea typeface="Apple SD Gothic Neo"/>
                <a:cs typeface="Apple SD Gothic Neo"/>
              </a:defRPr>
            </a:lvl5pPr>
            <a:lvl6pPr>
              <a:defRPr sz="2100" b="0">
                <a:solidFill>
                  <a:srgbClr val="173343"/>
                </a:solidFill>
                <a:latin typeface="Apple SD Gothic Neo"/>
                <a:ea typeface="Apple SD Gothic Neo"/>
                <a:cs typeface="Apple SD Gothic Neo"/>
              </a:defRPr>
            </a:lvl6pPr>
            <a:lvl7pPr>
              <a:defRPr sz="2100" b="0">
                <a:solidFill>
                  <a:srgbClr val="173343"/>
                </a:solidFill>
                <a:latin typeface="Apple SD Gothic Neo"/>
                <a:ea typeface="Apple SD Gothic Neo"/>
                <a:cs typeface="Apple SD Gothic Neo"/>
              </a:defRPr>
            </a:lvl7pPr>
            <a:lvl8pPr>
              <a:defRPr sz="2100" b="0">
                <a:solidFill>
                  <a:srgbClr val="173343"/>
                </a:solidFill>
                <a:latin typeface="Apple SD Gothic Neo"/>
                <a:ea typeface="Apple SD Gothic Neo"/>
                <a:cs typeface="Apple SD Gothic Neo"/>
              </a:defRPr>
            </a:lvl8pPr>
            <a:lvl9pPr>
              <a:defRPr sz="2100" b="0">
                <a:solidFill>
                  <a:srgbClr val="173343"/>
                </a:solidFill>
                <a:latin typeface="Apple SD Gothic Neo"/>
                <a:ea typeface="Apple SD Gothic Neo"/>
                <a:cs typeface="Apple SD Gothic Neo"/>
              </a:defRPr>
            </a:lvl9pPr>
          </a:lstStyle>
          <a:p xmlns:a="http://schemas.openxmlformats.org/drawingml/2006/main">
            <a:pPr>
              <a:defRPr sz="2100" b="0">
                <a:solidFill>
                  <a:srgbClr val="173343"/>
                </a:solidFill>
                <a:latin typeface="Apple SD Gothic Neo"/>
                <a:ea typeface="Apple SD Gothic Neo"/>
                <a:cs typeface="Apple SD Gothic Neo"/>
              </a:defRPr>
            </a:pPr>
            <a:r>
              <a:rPr sz="2100" b="0">
                <a:solidFill>
                  <a:srgbClr val="173343"/>
                </a:solidFill>
                <a:latin typeface="Apple SD Gothic Neo"/>
                <a:ea typeface="Apple SD Gothic Neo"/>
                <a:cs typeface="Apple SD Gothic Neo"/>
              </a:rPr>
              <a:t>모니터링 증상 → E5 → Chroma</a:t>
            </a:r>
          </a:p>
          <a:p xmlns:a="http://schemas.openxmlformats.org/drawingml/2006/main">
            <a:pPr>
              <a:defRPr sz="2100" b="0">
                <a:solidFill>
                  <a:srgbClr val="173343"/>
                </a:solidFill>
                <a:latin typeface="Apple SD Gothic Neo"/>
                <a:ea typeface="Apple SD Gothic Neo"/>
                <a:cs typeface="Apple SD Gothic Neo"/>
              </a:defRPr>
            </a:pPr>
            <a:r>
              <a:rPr sz="2100" b="0">
                <a:solidFill>
                  <a:srgbClr val="173343"/>
                </a:solidFill>
                <a:latin typeface="Apple SD Gothic Neo"/>
                <a:ea typeface="Apple SD Gothic Neo"/>
                <a:cs typeface="Apple SD Gothic Neo"/>
              </a:rPr>
              <a:t>선택한 본문은 MCP로 조회</a:t>
            </a:r>
          </a:p>
        </p:txBody>
      </p:sp>
      <p:sp>
        <p:nvSpPr>
          <p:cNvPr id="8" name="">
            <a:extLst xmlns:a="http://schemas.openxmlformats.org/drawingml/2006/main">
              <a:ext uri="{FF2B5EF4-FFF2-40B4-BE49-F238E27FC236}">
                <a16:creationId xmlns:a16="http://schemas.microsoft.com/office/drawing/2014/main" id="{B36EE2CF-4FF6-481E-97FD-C587AE9728B9}"/>
              </a:ext>
            </a:extLst>
          </p:cNvPr>
          <p:cNvSpPr>
            <a:spLocks xmlns:a="http://schemas.openxmlformats.org/drawingml/2006/main" noGrp="1"/>
          </p:cNvSpPr>
          <p:nvPr/>
        </p:nvSpPr>
        <p:spPr>
          <a:xfrm xmlns:a="http://schemas.openxmlformats.org/drawingml/2006/main">
            <a:off x="6934200" y="5038725"/>
            <a:ext cx="45243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87D69"/>
                </a:solidFill>
                <a:latin typeface="Apple SD Gothic Neo"/>
                <a:ea typeface="Apple SD Gothic Neo"/>
                <a:cs typeface="Apple SD Gothic Neo"/>
              </a:defRPr>
            </a:defPPr>
            <a:lvl1pPr>
              <a:defRPr sz="2100" b="1">
                <a:solidFill>
                  <a:srgbClr val="087D69"/>
                </a:solidFill>
                <a:latin typeface="Apple SD Gothic Neo"/>
                <a:ea typeface="Apple SD Gothic Neo"/>
                <a:cs typeface="Apple SD Gothic Neo"/>
              </a:defRPr>
            </a:lvl1pPr>
            <a:lvl2pPr>
              <a:defRPr sz="2100" b="1">
                <a:solidFill>
                  <a:srgbClr val="087D69"/>
                </a:solidFill>
                <a:latin typeface="Apple SD Gothic Neo"/>
                <a:ea typeface="Apple SD Gothic Neo"/>
                <a:cs typeface="Apple SD Gothic Neo"/>
              </a:defRPr>
            </a:lvl2pPr>
            <a:lvl3pPr>
              <a:defRPr sz="2100" b="1">
                <a:solidFill>
                  <a:srgbClr val="087D69"/>
                </a:solidFill>
                <a:latin typeface="Apple SD Gothic Neo"/>
                <a:ea typeface="Apple SD Gothic Neo"/>
                <a:cs typeface="Apple SD Gothic Neo"/>
              </a:defRPr>
            </a:lvl3pPr>
            <a:lvl4pPr>
              <a:defRPr sz="2100" b="1">
                <a:solidFill>
                  <a:srgbClr val="087D69"/>
                </a:solidFill>
                <a:latin typeface="Apple SD Gothic Neo"/>
                <a:ea typeface="Apple SD Gothic Neo"/>
                <a:cs typeface="Apple SD Gothic Neo"/>
              </a:defRPr>
            </a:lvl4pPr>
            <a:lvl5pPr>
              <a:defRPr sz="2100" b="1">
                <a:solidFill>
                  <a:srgbClr val="087D69"/>
                </a:solidFill>
                <a:latin typeface="Apple SD Gothic Neo"/>
                <a:ea typeface="Apple SD Gothic Neo"/>
                <a:cs typeface="Apple SD Gothic Neo"/>
              </a:defRPr>
            </a:lvl5pPr>
            <a:lvl6pPr>
              <a:defRPr sz="2100" b="1">
                <a:solidFill>
                  <a:srgbClr val="087D69"/>
                </a:solidFill>
                <a:latin typeface="Apple SD Gothic Neo"/>
                <a:ea typeface="Apple SD Gothic Neo"/>
                <a:cs typeface="Apple SD Gothic Neo"/>
              </a:defRPr>
            </a:lvl6pPr>
            <a:lvl7pPr>
              <a:defRPr sz="2100" b="1">
                <a:solidFill>
                  <a:srgbClr val="087D69"/>
                </a:solidFill>
                <a:latin typeface="Apple SD Gothic Neo"/>
                <a:ea typeface="Apple SD Gothic Neo"/>
                <a:cs typeface="Apple SD Gothic Neo"/>
              </a:defRPr>
            </a:lvl7pPr>
            <a:lvl8pPr>
              <a:defRPr sz="2100" b="1">
                <a:solidFill>
                  <a:srgbClr val="087D69"/>
                </a:solidFill>
                <a:latin typeface="Apple SD Gothic Neo"/>
                <a:ea typeface="Apple SD Gothic Neo"/>
                <a:cs typeface="Apple SD Gothic Neo"/>
              </a:defRPr>
            </a:lvl8pPr>
            <a:lvl9pPr>
              <a:defRPr sz="2100" b="1">
                <a:solidFill>
                  <a:srgbClr val="087D69"/>
                </a:solidFill>
                <a:latin typeface="Apple SD Gothic Neo"/>
                <a:ea typeface="Apple SD Gothic Neo"/>
                <a:cs typeface="Apple SD Gothic Neo"/>
              </a:defRPr>
            </a:lvl9pPr>
          </a:lstStyle>
          <a:p xmlns:a="http://schemas.openxmlformats.org/drawingml/2006/main">
            <a:pPr>
              <a:defRPr sz="2100" b="1">
                <a:solidFill>
                  <a:srgbClr val="087D69"/>
                </a:solidFill>
                <a:latin typeface="Apple SD Gothic Neo"/>
                <a:ea typeface="Apple SD Gothic Neo"/>
                <a:cs typeface="Apple SD Gothic Neo"/>
              </a:defRPr>
            </a:pPr>
            <a:r>
              <a:rPr sz="2100" b="1">
                <a:solidFill>
                  <a:srgbClr val="087D69"/>
                </a:solidFill>
                <a:latin typeface="Apple SD Gothic Neo"/>
                <a:ea typeface="Apple SD Gothic Neo"/>
                <a:cs typeface="Apple SD Gothic Neo"/>
              </a:rPr>
              <a:t>unknown 3개는 모두 보류</a:t>
            </a:r>
          </a:p>
        </p:txBody>
      </p:sp>
      <p:sp>
        <p:nvSpPr>
          <p:cNvPr id="9" name="">
            <a:extLst xmlns:a="http://schemas.openxmlformats.org/drawingml/2006/main">
              <a:ext uri="{FF2B5EF4-FFF2-40B4-BE49-F238E27FC236}">
                <a16:creationId xmlns:a16="http://schemas.microsoft.com/office/drawing/2014/main" id="{B404D97B-FB2F-42E2-B4FB-605BA95A6262}"/>
              </a:ext>
            </a:extLst>
          </p:cNvPr>
          <p:cNvSpPr>
            <a:spLocks xmlns:a="http://schemas.openxmlformats.org/drawingml/2006/main" noGrp="1"/>
          </p:cNvSpPr>
          <p:nvPr/>
        </p:nvSpPr>
        <p:spPr>
          <a:xfrm xmlns:a="http://schemas.openxmlformats.org/drawingml/2006/main">
            <a:off x="609600" y="5772150"/>
            <a:ext cx="10953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526A77"/>
                </a:solidFill>
                <a:latin typeface="Apple SD Gothic Neo"/>
                <a:ea typeface="Apple SD Gothic Neo"/>
                <a:cs typeface="Apple SD Gothic Neo"/>
              </a:defRPr>
            </a:defPPr>
            <a:lvl1pPr>
              <a:defRPr sz="1500" b="0">
                <a:solidFill>
                  <a:srgbClr val="526A77"/>
                </a:solidFill>
                <a:latin typeface="Apple SD Gothic Neo"/>
                <a:ea typeface="Apple SD Gothic Neo"/>
                <a:cs typeface="Apple SD Gothic Neo"/>
              </a:defRPr>
            </a:lvl1pPr>
            <a:lvl2pPr>
              <a:defRPr sz="1500" b="0">
                <a:solidFill>
                  <a:srgbClr val="526A77"/>
                </a:solidFill>
                <a:latin typeface="Apple SD Gothic Neo"/>
                <a:ea typeface="Apple SD Gothic Neo"/>
                <a:cs typeface="Apple SD Gothic Neo"/>
              </a:defRPr>
            </a:lvl2pPr>
            <a:lvl3pPr>
              <a:defRPr sz="1500" b="0">
                <a:solidFill>
                  <a:srgbClr val="526A77"/>
                </a:solidFill>
                <a:latin typeface="Apple SD Gothic Neo"/>
                <a:ea typeface="Apple SD Gothic Neo"/>
                <a:cs typeface="Apple SD Gothic Neo"/>
              </a:defRPr>
            </a:lvl3pPr>
            <a:lvl4pPr>
              <a:defRPr sz="1500" b="0">
                <a:solidFill>
                  <a:srgbClr val="526A77"/>
                </a:solidFill>
                <a:latin typeface="Apple SD Gothic Neo"/>
                <a:ea typeface="Apple SD Gothic Neo"/>
                <a:cs typeface="Apple SD Gothic Neo"/>
              </a:defRPr>
            </a:lvl4pPr>
            <a:lvl5pPr>
              <a:defRPr sz="1500" b="0">
                <a:solidFill>
                  <a:srgbClr val="526A77"/>
                </a:solidFill>
                <a:latin typeface="Apple SD Gothic Neo"/>
                <a:ea typeface="Apple SD Gothic Neo"/>
                <a:cs typeface="Apple SD Gothic Neo"/>
              </a:defRPr>
            </a:lvl5pPr>
            <a:lvl6pPr>
              <a:defRPr sz="1500" b="0">
                <a:solidFill>
                  <a:srgbClr val="526A77"/>
                </a:solidFill>
                <a:latin typeface="Apple SD Gothic Neo"/>
                <a:ea typeface="Apple SD Gothic Neo"/>
                <a:cs typeface="Apple SD Gothic Neo"/>
              </a:defRPr>
            </a:lvl6pPr>
            <a:lvl7pPr>
              <a:defRPr sz="1500" b="0">
                <a:solidFill>
                  <a:srgbClr val="526A77"/>
                </a:solidFill>
                <a:latin typeface="Apple SD Gothic Neo"/>
                <a:ea typeface="Apple SD Gothic Neo"/>
                <a:cs typeface="Apple SD Gothic Neo"/>
              </a:defRPr>
            </a:lvl7pPr>
            <a:lvl8pPr>
              <a:defRPr sz="1500" b="0">
                <a:solidFill>
                  <a:srgbClr val="526A77"/>
                </a:solidFill>
                <a:latin typeface="Apple SD Gothic Neo"/>
                <a:ea typeface="Apple SD Gothic Neo"/>
                <a:cs typeface="Apple SD Gothic Neo"/>
              </a:defRPr>
            </a:lvl8pPr>
            <a:lvl9pPr>
              <a:defRPr sz="1500" b="0">
                <a:solidFill>
                  <a:srgbClr val="526A77"/>
                </a:solidFill>
                <a:latin typeface="Apple SD Gothic Neo"/>
                <a:ea typeface="Apple SD Gothic Neo"/>
                <a:cs typeface="Apple SD Gothic Neo"/>
              </a:defRPr>
            </a:lvl9pPr>
          </a:lstStyle>
          <a:p xmlns:a="http://schemas.openxmlformats.org/drawingml/2006/main">
            <a:pPr>
              <a:defRPr sz="1500" b="0">
                <a:solidFill>
                  <a:srgbClr val="526A77"/>
                </a:solidFill>
                <a:latin typeface="Apple SD Gothic Neo"/>
                <a:ea typeface="Apple SD Gothic Neo"/>
                <a:cs typeface="Apple SD Gothic Neo"/>
              </a:defRPr>
            </a:pPr>
            <a:r>
              <a:rPr sz="1500" b="0">
                <a:solidFill>
                  <a:srgbClr val="526A77"/>
                </a:solidFill>
                <a:latin typeface="Apple SD Gothic Neo"/>
                <a:ea typeface="Apple SD Gothic Neo"/>
                <a:cs typeface="Apple SD Gothic Neo"/>
              </a:rPr>
              <a:t>S2 별도 test: 알려진 유형 6개·unknown 3개. 런북 6종, threshold 0.8 / margin 0.01.</a:t>
            </a:r>
          </a:p>
        </p:txBody>
      </p:sp>
    </p:spTree>
    <p:extLst>
      <p:ext uri="{BB962C8B-B14F-4D97-AF65-F5344CB8AC3E}">
        <p14:creationId xmlns:p14="http://schemas.microsoft.com/office/powerpoint/2010/main" val="394729923"/>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73E483D-0A57-40C7-A48B-2AEA90AEC446}"/>
              </a:ext>
            </a:extLst>
          </p:cNvPr>
          <p:cNvSpPr>
            <a:spLocks xmlns:a="http://schemas.openxmlformats.org/drawingml/2006/main" noGrp="1"/>
          </p:cNvSpPr>
          <p:nvPr/>
        </p:nvSpPr>
        <p:spPr>
          <a:xfrm xmlns:a="http://schemas.openxmlformats.org/drawingml/2006/main">
            <a:off x="609600" y="32385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087D69"/>
                </a:solidFill>
                <a:latin typeface="Apple SD Gothic Neo"/>
                <a:ea typeface="Apple SD Gothic Neo"/>
                <a:cs typeface="Apple SD Gothic Neo"/>
              </a:defRPr>
            </a:defPPr>
            <a:lvl1pPr>
              <a:defRPr sz="1425" b="1">
                <a:solidFill>
                  <a:srgbClr val="087D69"/>
                </a:solidFill>
                <a:latin typeface="Apple SD Gothic Neo"/>
                <a:ea typeface="Apple SD Gothic Neo"/>
                <a:cs typeface="Apple SD Gothic Neo"/>
              </a:defRPr>
            </a:lvl1pPr>
            <a:lvl2pPr>
              <a:defRPr sz="1425" b="1">
                <a:solidFill>
                  <a:srgbClr val="087D69"/>
                </a:solidFill>
                <a:latin typeface="Apple SD Gothic Neo"/>
                <a:ea typeface="Apple SD Gothic Neo"/>
                <a:cs typeface="Apple SD Gothic Neo"/>
              </a:defRPr>
            </a:lvl2pPr>
            <a:lvl3pPr>
              <a:defRPr sz="1425" b="1">
                <a:solidFill>
                  <a:srgbClr val="087D69"/>
                </a:solidFill>
                <a:latin typeface="Apple SD Gothic Neo"/>
                <a:ea typeface="Apple SD Gothic Neo"/>
                <a:cs typeface="Apple SD Gothic Neo"/>
              </a:defRPr>
            </a:lvl3pPr>
            <a:lvl4pPr>
              <a:defRPr sz="1425" b="1">
                <a:solidFill>
                  <a:srgbClr val="087D69"/>
                </a:solidFill>
                <a:latin typeface="Apple SD Gothic Neo"/>
                <a:ea typeface="Apple SD Gothic Neo"/>
                <a:cs typeface="Apple SD Gothic Neo"/>
              </a:defRPr>
            </a:lvl4pPr>
            <a:lvl5pPr>
              <a:defRPr sz="1425" b="1">
                <a:solidFill>
                  <a:srgbClr val="087D69"/>
                </a:solidFill>
                <a:latin typeface="Apple SD Gothic Neo"/>
                <a:ea typeface="Apple SD Gothic Neo"/>
                <a:cs typeface="Apple SD Gothic Neo"/>
              </a:defRPr>
            </a:lvl5pPr>
            <a:lvl6pPr>
              <a:defRPr sz="1425" b="1">
                <a:solidFill>
                  <a:srgbClr val="087D69"/>
                </a:solidFill>
                <a:latin typeface="Apple SD Gothic Neo"/>
                <a:ea typeface="Apple SD Gothic Neo"/>
                <a:cs typeface="Apple SD Gothic Neo"/>
              </a:defRPr>
            </a:lvl6pPr>
            <a:lvl7pPr>
              <a:defRPr sz="1425" b="1">
                <a:solidFill>
                  <a:srgbClr val="087D69"/>
                </a:solidFill>
                <a:latin typeface="Apple SD Gothic Neo"/>
                <a:ea typeface="Apple SD Gothic Neo"/>
                <a:cs typeface="Apple SD Gothic Neo"/>
              </a:defRPr>
            </a:lvl7pPr>
            <a:lvl8pPr>
              <a:defRPr sz="1425" b="1">
                <a:solidFill>
                  <a:srgbClr val="087D69"/>
                </a:solidFill>
                <a:latin typeface="Apple SD Gothic Neo"/>
                <a:ea typeface="Apple SD Gothic Neo"/>
                <a:cs typeface="Apple SD Gothic Neo"/>
              </a:defRPr>
            </a:lvl8pPr>
            <a:lvl9pPr>
              <a:defRPr sz="1425" b="1">
                <a:solidFill>
                  <a:srgbClr val="087D69"/>
                </a:solidFill>
                <a:latin typeface="Apple SD Gothic Neo"/>
                <a:ea typeface="Apple SD Gothic Neo"/>
                <a:cs typeface="Apple SD Gothic Neo"/>
              </a:defRPr>
            </a:lvl9pPr>
          </a:lstStyle>
          <a:p xmlns:a="http://schemas.openxmlformats.org/drawingml/2006/main">
            <a:pPr>
              <a:defRPr sz="1425" b="1">
                <a:solidFill>
                  <a:srgbClr val="087D69"/>
                </a:solidFill>
                <a:latin typeface="Apple SD Gothic Neo"/>
                <a:ea typeface="Apple SD Gothic Neo"/>
                <a:cs typeface="Apple SD Gothic Neo"/>
              </a:defRPr>
            </a:pPr>
            <a:r>
              <a:rPr sz="1425" b="1">
                <a:solidFill>
                  <a:srgbClr val="087D69"/>
                </a:solidFill>
                <a:latin typeface="Apple SD Gothic Neo"/>
                <a:ea typeface="Apple SD Gothic Neo"/>
                <a:cs typeface="Apple SD Gothic Neo"/>
              </a:rPr>
              <a:t>S3 · 과제 #3</a:t>
            </a:r>
          </a:p>
        </p:txBody>
      </p:sp>
      <p:sp>
        <p:nvSpPr>
          <p:cNvPr id="2" name="">
            <a:extLst xmlns:a="http://schemas.openxmlformats.org/drawingml/2006/main">
              <a:ext uri="{FF2B5EF4-FFF2-40B4-BE49-F238E27FC236}">
                <a16:creationId xmlns:a16="http://schemas.microsoft.com/office/drawing/2014/main" id="{8C246A7D-2965-42C4-AD1F-6FBA380993AC}"/>
              </a:ext>
            </a:extLst>
          </p:cNvPr>
          <p:cNvSpPr>
            <a:spLocks xmlns:a="http://schemas.openxmlformats.org/drawingml/2006/main" noGrp="1"/>
          </p:cNvSpPr>
          <p:nvPr/>
        </p:nvSpPr>
        <p:spPr>
          <a:xfrm xmlns:a="http://schemas.openxmlformats.org/drawingml/2006/main">
            <a:off x="609600" y="83820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75" b="1">
                <a:solidFill>
                  <a:srgbClr val="173343"/>
                </a:solidFill>
                <a:latin typeface="Apple SD Gothic Neo"/>
                <a:ea typeface="Apple SD Gothic Neo"/>
                <a:cs typeface="Apple SD Gothic Neo"/>
              </a:defRPr>
            </a:defPPr>
            <a:lvl1pPr>
              <a:defRPr sz="3375" b="1">
                <a:solidFill>
                  <a:srgbClr val="173343"/>
                </a:solidFill>
                <a:latin typeface="Apple SD Gothic Neo"/>
                <a:ea typeface="Apple SD Gothic Neo"/>
                <a:cs typeface="Apple SD Gothic Neo"/>
              </a:defRPr>
            </a:lvl1pPr>
            <a:lvl2pPr>
              <a:defRPr sz="3375" b="1">
                <a:solidFill>
                  <a:srgbClr val="173343"/>
                </a:solidFill>
                <a:latin typeface="Apple SD Gothic Neo"/>
                <a:ea typeface="Apple SD Gothic Neo"/>
                <a:cs typeface="Apple SD Gothic Neo"/>
              </a:defRPr>
            </a:lvl2pPr>
            <a:lvl3pPr>
              <a:defRPr sz="3375" b="1">
                <a:solidFill>
                  <a:srgbClr val="173343"/>
                </a:solidFill>
                <a:latin typeface="Apple SD Gothic Neo"/>
                <a:ea typeface="Apple SD Gothic Neo"/>
                <a:cs typeface="Apple SD Gothic Neo"/>
              </a:defRPr>
            </a:lvl3pPr>
            <a:lvl4pPr>
              <a:defRPr sz="3375" b="1">
                <a:solidFill>
                  <a:srgbClr val="173343"/>
                </a:solidFill>
                <a:latin typeface="Apple SD Gothic Neo"/>
                <a:ea typeface="Apple SD Gothic Neo"/>
                <a:cs typeface="Apple SD Gothic Neo"/>
              </a:defRPr>
            </a:lvl4pPr>
            <a:lvl5pPr>
              <a:defRPr sz="3375" b="1">
                <a:solidFill>
                  <a:srgbClr val="173343"/>
                </a:solidFill>
                <a:latin typeface="Apple SD Gothic Neo"/>
                <a:ea typeface="Apple SD Gothic Neo"/>
                <a:cs typeface="Apple SD Gothic Neo"/>
              </a:defRPr>
            </a:lvl5pPr>
            <a:lvl6pPr>
              <a:defRPr sz="3375" b="1">
                <a:solidFill>
                  <a:srgbClr val="173343"/>
                </a:solidFill>
                <a:latin typeface="Apple SD Gothic Neo"/>
                <a:ea typeface="Apple SD Gothic Neo"/>
                <a:cs typeface="Apple SD Gothic Neo"/>
              </a:defRPr>
            </a:lvl6pPr>
            <a:lvl7pPr>
              <a:defRPr sz="3375" b="1">
                <a:solidFill>
                  <a:srgbClr val="173343"/>
                </a:solidFill>
                <a:latin typeface="Apple SD Gothic Neo"/>
                <a:ea typeface="Apple SD Gothic Neo"/>
                <a:cs typeface="Apple SD Gothic Neo"/>
              </a:defRPr>
            </a:lvl7pPr>
            <a:lvl8pPr>
              <a:defRPr sz="3375" b="1">
                <a:solidFill>
                  <a:srgbClr val="173343"/>
                </a:solidFill>
                <a:latin typeface="Apple SD Gothic Neo"/>
                <a:ea typeface="Apple SD Gothic Neo"/>
                <a:cs typeface="Apple SD Gothic Neo"/>
              </a:defRPr>
            </a:lvl8pPr>
            <a:lvl9pPr>
              <a:defRPr sz="3375" b="1">
                <a:solidFill>
                  <a:srgbClr val="173343"/>
                </a:solidFill>
                <a:latin typeface="Apple SD Gothic Neo"/>
                <a:ea typeface="Apple SD Gothic Neo"/>
                <a:cs typeface="Apple SD Gothic Neo"/>
              </a:defRPr>
            </a:lvl9pPr>
          </a:lstStyle>
          <a:p xmlns:a="http://schemas.openxmlformats.org/drawingml/2006/main">
            <a:pPr>
              <a:defRPr sz="3375" b="1">
                <a:solidFill>
                  <a:srgbClr val="173343"/>
                </a:solidFill>
                <a:latin typeface="Apple SD Gothic Neo"/>
                <a:ea typeface="Apple SD Gothic Neo"/>
                <a:cs typeface="Apple SD Gothic Neo"/>
              </a:defRPr>
            </a:pPr>
            <a:r>
              <a:rPr sz="3375" b="1">
                <a:solidFill>
                  <a:srgbClr val="173343"/>
                </a:solidFill>
                <a:latin typeface="Apple SD Gothic Neo"/>
                <a:ea typeface="Apple SD Gothic Neo"/>
                <a:cs typeface="Apple SD Gothic Neo"/>
              </a:rPr>
              <a:t>지표·로그·런북을 별도 그래프로 조사</a:t>
            </a:r>
          </a:p>
        </p:txBody>
      </p:sp>
      <p:sp>
        <p:nvSpPr>
          <p:cNvPr id="3" name="">
            <a:extLst xmlns:a="http://schemas.openxmlformats.org/drawingml/2006/main">
              <a:ext uri="{FF2B5EF4-FFF2-40B4-BE49-F238E27FC236}">
                <a16:creationId xmlns:a16="http://schemas.microsoft.com/office/drawing/2014/main" id="{A3F14762-98D7-48BF-B857-DF1D24F9456F}"/>
              </a:ext>
            </a:extLst>
          </p:cNvPr>
          <p:cNvSpPr>
            <a:spLocks xmlns:a="http://schemas.openxmlformats.org/drawingml/2006/main" noGrp="1"/>
          </p:cNvSpPr>
          <p:nvPr/>
        </p:nvSpPr>
        <p:spPr>
          <a:xfrm xmlns:a="http://schemas.openxmlformats.org/drawingml/2006/main">
            <a:off x="9810750" y="6381750"/>
            <a:ext cx="1809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26A77"/>
                </a:solidFill>
                <a:latin typeface="Apple SD Gothic Neo"/>
                <a:ea typeface="Apple SD Gothic Neo"/>
                <a:cs typeface="Apple SD Gothic Neo"/>
              </a:defRPr>
            </a:defPPr>
            <a:lvl1pPr>
              <a:defRPr sz="1275" b="0">
                <a:solidFill>
                  <a:srgbClr val="526A77"/>
                </a:solidFill>
                <a:latin typeface="Apple SD Gothic Neo"/>
                <a:ea typeface="Apple SD Gothic Neo"/>
                <a:cs typeface="Apple SD Gothic Neo"/>
              </a:defRPr>
            </a:lvl1pPr>
            <a:lvl2pPr>
              <a:defRPr sz="1275" b="0">
                <a:solidFill>
                  <a:srgbClr val="526A77"/>
                </a:solidFill>
                <a:latin typeface="Apple SD Gothic Neo"/>
                <a:ea typeface="Apple SD Gothic Neo"/>
                <a:cs typeface="Apple SD Gothic Neo"/>
              </a:defRPr>
            </a:lvl2pPr>
            <a:lvl3pPr>
              <a:defRPr sz="1275" b="0">
                <a:solidFill>
                  <a:srgbClr val="526A77"/>
                </a:solidFill>
                <a:latin typeface="Apple SD Gothic Neo"/>
                <a:ea typeface="Apple SD Gothic Neo"/>
                <a:cs typeface="Apple SD Gothic Neo"/>
              </a:defRPr>
            </a:lvl3pPr>
            <a:lvl4pPr>
              <a:defRPr sz="1275" b="0">
                <a:solidFill>
                  <a:srgbClr val="526A77"/>
                </a:solidFill>
                <a:latin typeface="Apple SD Gothic Neo"/>
                <a:ea typeface="Apple SD Gothic Neo"/>
                <a:cs typeface="Apple SD Gothic Neo"/>
              </a:defRPr>
            </a:lvl4pPr>
            <a:lvl5pPr>
              <a:defRPr sz="1275" b="0">
                <a:solidFill>
                  <a:srgbClr val="526A77"/>
                </a:solidFill>
                <a:latin typeface="Apple SD Gothic Neo"/>
                <a:ea typeface="Apple SD Gothic Neo"/>
                <a:cs typeface="Apple SD Gothic Neo"/>
              </a:defRPr>
            </a:lvl5pPr>
            <a:lvl6pPr>
              <a:defRPr sz="1275" b="0">
                <a:solidFill>
                  <a:srgbClr val="526A77"/>
                </a:solidFill>
                <a:latin typeface="Apple SD Gothic Neo"/>
                <a:ea typeface="Apple SD Gothic Neo"/>
                <a:cs typeface="Apple SD Gothic Neo"/>
              </a:defRPr>
            </a:lvl6pPr>
            <a:lvl7pPr>
              <a:defRPr sz="1275" b="0">
                <a:solidFill>
                  <a:srgbClr val="526A77"/>
                </a:solidFill>
                <a:latin typeface="Apple SD Gothic Neo"/>
                <a:ea typeface="Apple SD Gothic Neo"/>
                <a:cs typeface="Apple SD Gothic Neo"/>
              </a:defRPr>
            </a:lvl7pPr>
            <a:lvl8pPr>
              <a:defRPr sz="1275" b="0">
                <a:solidFill>
                  <a:srgbClr val="526A77"/>
                </a:solidFill>
                <a:latin typeface="Apple SD Gothic Neo"/>
                <a:ea typeface="Apple SD Gothic Neo"/>
                <a:cs typeface="Apple SD Gothic Neo"/>
              </a:defRPr>
            </a:lvl8pPr>
            <a:lvl9pPr>
              <a:defRPr sz="1275" b="0">
                <a:solidFill>
                  <a:srgbClr val="526A77"/>
                </a:solidFill>
                <a:latin typeface="Apple SD Gothic Neo"/>
                <a:ea typeface="Apple SD Gothic Neo"/>
                <a:cs typeface="Apple SD Gothic Neo"/>
              </a:defRPr>
            </a:lvl9pPr>
          </a:lstStyle>
          <a:p xmlns:a="http://schemas.openxmlformats.org/drawingml/2006/main">
            <a:pPr>
              <a:defRPr sz="1275" b="0">
                <a:solidFill>
                  <a:srgbClr val="526A77"/>
                </a:solidFill>
                <a:latin typeface="Apple SD Gothic Neo"/>
                <a:ea typeface="Apple SD Gothic Neo"/>
                <a:cs typeface="Apple SD Gothic Neo"/>
              </a:defRPr>
            </a:pPr>
            <a:r>
              <a:rPr sz="1275" b="0">
                <a:solidFill>
                  <a:srgbClr val="526A77"/>
                </a:solidFill>
                <a:latin typeface="Apple SD Gothic Neo"/>
                <a:ea typeface="Apple SD Gothic Neo"/>
                <a:cs typeface="Apple SD Gothic Neo"/>
              </a:rPr>
              <a:t>04  /  발표 본문</a:t>
            </a:r>
          </a:p>
        </p:txBody>
      </p:sp>
      <p:graphicFrame>
        <p:nvGraphicFramePr>
          <p:cNvPr id="4" name="">
            <a:extLst xmlns:a="http://schemas.openxmlformats.org/drawingml/2006/main">
              <a:ext uri="{FF2B5EF4-FFF2-40B4-BE49-F238E27FC236}">
                <a16:creationId xmlns:a16="http://schemas.microsoft.com/office/drawing/2014/main" id="{17991F7E-8944-4601-9AE1-43A40E4FBF3D}"/>
              </a:ext>
            </a:extLst>
          </p:cNvPr>
          <p:cNvGraphicFramePr/>
          <p:nvPr/>
        </p:nvGraphicFramePr>
        <p:xfrm>
          <a:off xmlns:a="http://schemas.openxmlformats.org/drawingml/2006/main" x="609600" y="2162175"/>
          <a:ext xmlns:a="http://schemas.openxmlformats.org/drawingml/2006/main" cx="10972800" cy="2047875"/>
        </p:xfrm>
        <a:graphic xmlns:a="http://schemas.openxmlformats.org/drawingml/2006/main">
          <a:graphicData uri="http://schemas.openxmlformats.org/drawingml/2006/table">
            <a:tbl>
              <a:tblPr firstRow="0" bandRow="0"/>
              <a:tblGrid>
                <a:gridCol w="5486400"/>
                <a:gridCol w="5486400"/>
              </a:tblGrid>
              <a:tr h="682625">
                <a:tc>
                  <a:txBody>
                    <a:bodyPr/>
                    <a:lstStyle/>
                    <a:p>
                      <a:r>
                        <a:rPr sz="2025" b="1">
                          <a:solidFill>
                            <a:srgbClr val="FFFFFF"/>
                          </a:solidFill>
                          <a:latin typeface="Apple SD Gothic Neo"/>
                          <a:ea typeface="Apple SD Gothic Neo"/>
                          <a:cs typeface="Apple SD Gothic Neo"/>
                        </a:rPr>
                        <a:t>Before</a:t>
                      </a:r>
                    </a:p>
                  </a:txBody>
                  <a:tcPr marL="91440" marR="91440" marT="45720" marB="45720">
                    <a:lnL w="6668">
                      <a:solidFill>
                        <a:srgbClr val="D6E4DF"/>
                      </a:solidFill>
                      <a:prstDash val="solid"/>
                    </a:lnL>
                    <a:lnR w="6668">
                      <a:solidFill>
                        <a:srgbClr val="D6E4DF"/>
                      </a:solidFill>
                      <a:prstDash val="solid"/>
                    </a:lnR>
                    <a:lnT w="6668">
                      <a:solidFill>
                        <a:srgbClr val="D6E4DF"/>
                      </a:solidFill>
                      <a:prstDash val="solid"/>
                    </a:lnT>
                    <a:lnB w="6668">
                      <a:solidFill>
                        <a:srgbClr val="D6E4DF"/>
                      </a:solidFill>
                      <a:prstDash val="solid"/>
                    </a:lnB>
                    <a:solidFill>
                      <a:srgbClr val="173343"/>
                    </a:solidFill>
                  </a:tcPr>
                </a:tc>
                <a:tc>
                  <a:txBody>
                    <a:bodyPr/>
                    <a:lstStyle/>
                    <a:p>
                      <a:r>
                        <a:rPr sz="2025" b="1">
                          <a:solidFill>
                            <a:srgbClr val="FFFFFF"/>
                          </a:solidFill>
                          <a:latin typeface="Apple SD Gothic Neo"/>
                          <a:ea typeface="Apple SD Gothic Neo"/>
                          <a:cs typeface="Apple SD Gothic Neo"/>
                        </a:rPr>
                        <a:t>After</a:t>
                      </a:r>
                    </a:p>
                  </a:txBody>
                  <a:tcPr marL="91440" marR="91440" marT="45720" marB="45720">
                    <a:lnR w="6668">
                      <a:solidFill>
                        <a:srgbClr val="D6E4DF"/>
                      </a:solidFill>
                      <a:prstDash val="solid"/>
                    </a:lnR>
                    <a:lnT w="6668">
                      <a:solidFill>
                        <a:srgbClr val="D6E4DF"/>
                      </a:solidFill>
                      <a:prstDash val="solid"/>
                    </a:lnT>
                    <a:lnB w="6668">
                      <a:solidFill>
                        <a:srgbClr val="D6E4DF"/>
                      </a:solidFill>
                      <a:prstDash val="solid"/>
                    </a:lnB>
                    <a:solidFill>
                      <a:srgbClr val="173343"/>
                    </a:solidFill>
                  </a:tcPr>
                </a:tc>
              </a:tr>
              <a:tr h="682625">
                <a:tc>
                  <a:txBody>
                    <a:bodyPr/>
                    <a:lstStyle/>
                    <a:p>
                      <a:r>
                        <a:rPr sz="2025" b="0">
                          <a:solidFill>
                            <a:srgbClr val="173343"/>
                          </a:solidFill>
                          <a:latin typeface="Apple SD Gothic Neo"/>
                          <a:ea typeface="Apple SD Gothic Neo"/>
                          <a:cs typeface="Apple SD Gothic Neo"/>
                        </a:rPr>
                        <a:t>단일 research 노드</a:t>
                      </a:r>
                    </a:p>
                  </a:txBody>
                  <a:tcPr marL="91440" marR="91440" marT="45720" marB="45720">
                    <a:lnL w="6668">
                      <a:solidFill>
                        <a:srgbClr val="D6E4DF"/>
                      </a:solidFill>
                      <a:prstDash val="solid"/>
                    </a:lnL>
                    <a:lnR w="6668">
                      <a:solidFill>
                        <a:srgbClr val="D6E4DF"/>
                      </a:solidFill>
                      <a:prstDash val="solid"/>
                    </a:lnR>
                    <a:lnB w="6668">
                      <a:solidFill>
                        <a:srgbClr val="D6E4DF"/>
                      </a:solidFill>
                      <a:prstDash val="solid"/>
                    </a:lnB>
                    <a:solidFill>
                      <a:srgbClr val="FFFFFF"/>
                    </a:solidFill>
                  </a:tcPr>
                </a:tc>
                <a:tc>
                  <a:txBody>
                    <a:bodyPr/>
                    <a:lstStyle/>
                    <a:p>
                      <a:r>
                        <a:rPr sz="2025" b="0">
                          <a:solidFill>
                            <a:srgbClr val="173343"/>
                          </a:solidFill>
                          <a:latin typeface="Apple SD Gothic Neo"/>
                          <a:ea typeface="Apple SD Gothic Neo"/>
                          <a:cs typeface="Apple SD Gothic Neo"/>
                        </a:rPr>
                        <a:t>지표·로그·런북 compiled subgraph</a:t>
                      </a:r>
                    </a:p>
                  </a:txBody>
                  <a:tcPr marL="91440" marR="91440" marT="45720" marB="45720">
                    <a:lnR w="6668">
                      <a:solidFill>
                        <a:srgbClr val="D6E4DF"/>
                      </a:solidFill>
                      <a:prstDash val="solid"/>
                    </a:lnR>
                    <a:lnB w="6668">
                      <a:solidFill>
                        <a:srgbClr val="D6E4DF"/>
                      </a:solidFill>
                      <a:prstDash val="solid"/>
                    </a:lnB>
                    <a:solidFill>
                      <a:srgbClr val="FFFFFF"/>
                    </a:solidFill>
                  </a:tcPr>
                </a:tc>
              </a:tr>
              <a:tr h="682625">
                <a:tc>
                  <a:txBody>
                    <a:bodyPr/>
                    <a:lstStyle/>
                    <a:p>
                      <a:r>
                        <a:rPr sz="2025" b="0">
                          <a:solidFill>
                            <a:srgbClr val="173343"/>
                          </a:solidFill>
                          <a:latin typeface="Apple SD Gothic Neo"/>
                          <a:ea typeface="Apple SD Gothic Neo"/>
                          <a:cs typeface="Apple SD Gothic Neo"/>
                        </a:rPr>
                        <a:t>지표 + 런북</a:t>
                      </a:r>
                    </a:p>
                  </a:txBody>
                  <a:tcPr marL="91440" marR="91440" marT="45720" marB="45720">
                    <a:lnL w="6668">
                      <a:solidFill>
                        <a:srgbClr val="D6E4DF"/>
                      </a:solidFill>
                      <a:prstDash val="solid"/>
                    </a:lnL>
                    <a:lnR w="6668">
                      <a:solidFill>
                        <a:srgbClr val="D6E4DF"/>
                      </a:solidFill>
                      <a:prstDash val="solid"/>
                    </a:lnR>
                    <a:lnB w="6668">
                      <a:solidFill>
                        <a:srgbClr val="D6E4DF"/>
                      </a:solidFill>
                      <a:prstDash val="solid"/>
                    </a:lnB>
                    <a:solidFill>
                      <a:srgbClr val="FFFFFF"/>
                    </a:solidFill>
                  </a:tcPr>
                </a:tc>
                <a:tc>
                  <a:txBody>
                    <a:bodyPr/>
                    <a:lstStyle/>
                    <a:p>
                      <a:r>
                        <a:rPr sz="2025" b="0">
                          <a:solidFill>
                            <a:srgbClr val="173343"/>
                          </a:solidFill>
                          <a:latin typeface="Apple SD Gothic Neo"/>
                          <a:ea typeface="Apple SD Gothic Neo"/>
                          <a:cs typeface="Apple SD Gothic Neo"/>
                        </a:rPr>
                        <a:t>지표 + 합성 로그 + 런북</a:t>
                      </a:r>
                    </a:p>
                  </a:txBody>
                  <a:tcPr marL="91440" marR="91440" marT="45720" marB="45720">
                    <a:lnR w="6668">
                      <a:solidFill>
                        <a:srgbClr val="D6E4DF"/>
                      </a:solidFill>
                      <a:prstDash val="solid"/>
                    </a:lnR>
                    <a:lnB w="6668">
                      <a:solidFill>
                        <a:srgbClr val="D6E4DF"/>
                      </a:solidFill>
                      <a:prstDash val="solid"/>
                    </a:lnB>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12A26D13-FB82-4224-B725-2BFB4FC8F9FE}"/>
              </a:ext>
            </a:extLst>
          </p:cNvPr>
          <p:cNvSpPr>
            <a:spLocks xmlns:a="http://schemas.openxmlformats.org/drawingml/2006/main" noGrp="1"/>
          </p:cNvSpPr>
          <p:nvPr/>
        </p:nvSpPr>
        <p:spPr>
          <a:xfrm xmlns:a="http://schemas.openxmlformats.org/drawingml/2006/main">
            <a:off x="609600" y="4552950"/>
            <a:ext cx="104775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087D69"/>
                </a:solidFill>
                <a:latin typeface="Apple SD Gothic Neo"/>
                <a:ea typeface="Apple SD Gothic Neo"/>
                <a:cs typeface="Apple SD Gothic Neo"/>
              </a:defRPr>
            </a:defPPr>
            <a:lvl1pPr>
              <a:defRPr sz="3225" b="1">
                <a:solidFill>
                  <a:srgbClr val="087D69"/>
                </a:solidFill>
                <a:latin typeface="Apple SD Gothic Neo"/>
                <a:ea typeface="Apple SD Gothic Neo"/>
                <a:cs typeface="Apple SD Gothic Neo"/>
              </a:defRPr>
            </a:lvl1pPr>
            <a:lvl2pPr>
              <a:defRPr sz="3225" b="1">
                <a:solidFill>
                  <a:srgbClr val="087D69"/>
                </a:solidFill>
                <a:latin typeface="Apple SD Gothic Neo"/>
                <a:ea typeface="Apple SD Gothic Neo"/>
                <a:cs typeface="Apple SD Gothic Neo"/>
              </a:defRPr>
            </a:lvl2pPr>
            <a:lvl3pPr>
              <a:defRPr sz="3225" b="1">
                <a:solidFill>
                  <a:srgbClr val="087D69"/>
                </a:solidFill>
                <a:latin typeface="Apple SD Gothic Neo"/>
                <a:ea typeface="Apple SD Gothic Neo"/>
                <a:cs typeface="Apple SD Gothic Neo"/>
              </a:defRPr>
            </a:lvl3pPr>
            <a:lvl4pPr>
              <a:defRPr sz="3225" b="1">
                <a:solidFill>
                  <a:srgbClr val="087D69"/>
                </a:solidFill>
                <a:latin typeface="Apple SD Gothic Neo"/>
                <a:ea typeface="Apple SD Gothic Neo"/>
                <a:cs typeface="Apple SD Gothic Neo"/>
              </a:defRPr>
            </a:lvl4pPr>
            <a:lvl5pPr>
              <a:defRPr sz="3225" b="1">
                <a:solidFill>
                  <a:srgbClr val="087D69"/>
                </a:solidFill>
                <a:latin typeface="Apple SD Gothic Neo"/>
                <a:ea typeface="Apple SD Gothic Neo"/>
                <a:cs typeface="Apple SD Gothic Neo"/>
              </a:defRPr>
            </a:lvl5pPr>
            <a:lvl6pPr>
              <a:defRPr sz="3225" b="1">
                <a:solidFill>
                  <a:srgbClr val="087D69"/>
                </a:solidFill>
                <a:latin typeface="Apple SD Gothic Neo"/>
                <a:ea typeface="Apple SD Gothic Neo"/>
                <a:cs typeface="Apple SD Gothic Neo"/>
              </a:defRPr>
            </a:lvl6pPr>
            <a:lvl7pPr>
              <a:defRPr sz="3225" b="1">
                <a:solidFill>
                  <a:srgbClr val="087D69"/>
                </a:solidFill>
                <a:latin typeface="Apple SD Gothic Neo"/>
                <a:ea typeface="Apple SD Gothic Neo"/>
                <a:cs typeface="Apple SD Gothic Neo"/>
              </a:defRPr>
            </a:lvl7pPr>
            <a:lvl8pPr>
              <a:defRPr sz="3225" b="1">
                <a:solidFill>
                  <a:srgbClr val="087D69"/>
                </a:solidFill>
                <a:latin typeface="Apple SD Gothic Neo"/>
                <a:ea typeface="Apple SD Gothic Neo"/>
                <a:cs typeface="Apple SD Gothic Neo"/>
              </a:defRPr>
            </a:lvl8pPr>
            <a:lvl9pPr>
              <a:defRPr sz="3225" b="1">
                <a:solidFill>
                  <a:srgbClr val="087D69"/>
                </a:solidFill>
                <a:latin typeface="Apple SD Gothic Neo"/>
                <a:ea typeface="Apple SD Gothic Neo"/>
                <a:cs typeface="Apple SD Gothic Neo"/>
              </a:defRPr>
            </a:lvl9pPr>
          </a:lstStyle>
          <a:p xmlns:a="http://schemas.openxmlformats.org/drawingml/2006/main">
            <a:pPr>
              <a:defRPr sz="3225" b="1">
                <a:solidFill>
                  <a:srgbClr val="087D69"/>
                </a:solidFill>
                <a:latin typeface="Apple SD Gothic Neo"/>
                <a:ea typeface="Apple SD Gothic Neo"/>
                <a:cs typeface="Apple SD Gothic Neo"/>
              </a:defRPr>
            </a:pPr>
            <a:r>
              <a:rPr sz="3225" b="1">
                <a:solidFill>
                  <a:srgbClr val="087D69"/>
                </a:solidFill>
                <a:latin typeface="Apple SD Gothic Neo"/>
                <a:ea typeface="Apple SD Gothic Neo"/>
                <a:cs typeface="Apple SD Gothic Neo"/>
              </a:rPr>
              <a:t>출처 종류  2/3 → 3/3</a:t>
            </a:r>
          </a:p>
        </p:txBody>
      </p:sp>
      <p:sp>
        <p:nvSpPr>
          <p:cNvPr id="6" name="">
            <a:extLst xmlns:a="http://schemas.openxmlformats.org/drawingml/2006/main">
              <a:ext uri="{FF2B5EF4-FFF2-40B4-BE49-F238E27FC236}">
                <a16:creationId xmlns:a16="http://schemas.microsoft.com/office/drawing/2014/main" id="{9EAF03CC-B3DD-4225-9280-780FAEC50000}"/>
              </a:ext>
            </a:extLst>
          </p:cNvPr>
          <p:cNvSpPr>
            <a:spLocks xmlns:a="http://schemas.openxmlformats.org/drawingml/2006/main" noGrp="1"/>
          </p:cNvSpPr>
          <p:nvPr/>
        </p:nvSpPr>
        <p:spPr>
          <a:xfrm xmlns:a="http://schemas.openxmlformats.org/drawingml/2006/main">
            <a:off x="609600" y="5238750"/>
            <a:ext cx="10763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73343"/>
                </a:solidFill>
                <a:latin typeface="Apple SD Gothic Neo"/>
                <a:ea typeface="Apple SD Gothic Neo"/>
                <a:cs typeface="Apple SD Gothic Neo"/>
              </a:defRPr>
            </a:defPPr>
            <a:lvl1pPr>
              <a:defRPr sz="2100" b="0">
                <a:solidFill>
                  <a:srgbClr val="173343"/>
                </a:solidFill>
                <a:latin typeface="Apple SD Gothic Neo"/>
                <a:ea typeface="Apple SD Gothic Neo"/>
                <a:cs typeface="Apple SD Gothic Neo"/>
              </a:defRPr>
            </a:lvl1pPr>
            <a:lvl2pPr>
              <a:defRPr sz="2100" b="0">
                <a:solidFill>
                  <a:srgbClr val="173343"/>
                </a:solidFill>
                <a:latin typeface="Apple SD Gothic Neo"/>
                <a:ea typeface="Apple SD Gothic Neo"/>
                <a:cs typeface="Apple SD Gothic Neo"/>
              </a:defRPr>
            </a:lvl2pPr>
            <a:lvl3pPr>
              <a:defRPr sz="2100" b="0">
                <a:solidFill>
                  <a:srgbClr val="173343"/>
                </a:solidFill>
                <a:latin typeface="Apple SD Gothic Neo"/>
                <a:ea typeface="Apple SD Gothic Neo"/>
                <a:cs typeface="Apple SD Gothic Neo"/>
              </a:defRPr>
            </a:lvl3pPr>
            <a:lvl4pPr>
              <a:defRPr sz="2100" b="0">
                <a:solidFill>
                  <a:srgbClr val="173343"/>
                </a:solidFill>
                <a:latin typeface="Apple SD Gothic Neo"/>
                <a:ea typeface="Apple SD Gothic Neo"/>
                <a:cs typeface="Apple SD Gothic Neo"/>
              </a:defRPr>
            </a:lvl4pPr>
            <a:lvl5pPr>
              <a:defRPr sz="2100" b="0">
                <a:solidFill>
                  <a:srgbClr val="173343"/>
                </a:solidFill>
                <a:latin typeface="Apple SD Gothic Neo"/>
                <a:ea typeface="Apple SD Gothic Neo"/>
                <a:cs typeface="Apple SD Gothic Neo"/>
              </a:defRPr>
            </a:lvl5pPr>
            <a:lvl6pPr>
              <a:defRPr sz="2100" b="0">
                <a:solidFill>
                  <a:srgbClr val="173343"/>
                </a:solidFill>
                <a:latin typeface="Apple SD Gothic Neo"/>
                <a:ea typeface="Apple SD Gothic Neo"/>
                <a:cs typeface="Apple SD Gothic Neo"/>
              </a:defRPr>
            </a:lvl6pPr>
            <a:lvl7pPr>
              <a:defRPr sz="2100" b="0">
                <a:solidFill>
                  <a:srgbClr val="173343"/>
                </a:solidFill>
                <a:latin typeface="Apple SD Gothic Neo"/>
                <a:ea typeface="Apple SD Gothic Neo"/>
                <a:cs typeface="Apple SD Gothic Neo"/>
              </a:defRPr>
            </a:lvl7pPr>
            <a:lvl8pPr>
              <a:defRPr sz="2100" b="0">
                <a:solidFill>
                  <a:srgbClr val="173343"/>
                </a:solidFill>
                <a:latin typeface="Apple SD Gothic Neo"/>
                <a:ea typeface="Apple SD Gothic Neo"/>
                <a:cs typeface="Apple SD Gothic Neo"/>
              </a:defRPr>
            </a:lvl8pPr>
            <a:lvl9pPr>
              <a:defRPr sz="2100" b="0">
                <a:solidFill>
                  <a:srgbClr val="173343"/>
                </a:solidFill>
                <a:latin typeface="Apple SD Gothic Neo"/>
                <a:ea typeface="Apple SD Gothic Neo"/>
                <a:cs typeface="Apple SD Gothic Neo"/>
              </a:defRPr>
            </a:lvl9pPr>
          </a:lstStyle>
          <a:p xmlns:a="http://schemas.openxmlformats.org/drawingml/2006/main">
            <a:pPr>
              <a:defRPr sz="2100" b="0">
                <a:solidFill>
                  <a:srgbClr val="173343"/>
                </a:solidFill>
                <a:latin typeface="Apple SD Gothic Neo"/>
                <a:ea typeface="Apple SD Gothic Neo"/>
                <a:cs typeface="Apple SD Gothic Neo"/>
              </a:defRPr>
            </a:pPr>
            <a:r>
              <a:rPr sz="2100" b="0">
                <a:solidFill>
                  <a:srgbClr val="173343"/>
                </a:solidFill>
                <a:latin typeface="Apple SD Gothic Neo"/>
                <a:ea typeface="Apple SD Gothic Neo"/>
                <a:cs typeface="Apple SD Gothic Neo"/>
              </a:rPr>
              <a:t>부분 실패는 성공한 근거만 보고하고 누락을 명시</a:t>
            </a:r>
          </a:p>
        </p:txBody>
      </p:sp>
      <p:sp>
        <p:nvSpPr>
          <p:cNvPr id="7" name="">
            <a:extLst xmlns:a="http://schemas.openxmlformats.org/drawingml/2006/main">
              <a:ext uri="{FF2B5EF4-FFF2-40B4-BE49-F238E27FC236}">
                <a16:creationId xmlns:a16="http://schemas.microsoft.com/office/drawing/2014/main" id="{3EBDC1F3-75E1-41FD-9FF6-45A299FB374D}"/>
              </a:ext>
            </a:extLst>
          </p:cNvPr>
          <p:cNvSpPr>
            <a:spLocks xmlns:a="http://schemas.openxmlformats.org/drawingml/2006/main" noGrp="1"/>
          </p:cNvSpPr>
          <p:nvPr/>
        </p:nvSpPr>
        <p:spPr>
          <a:xfrm xmlns:a="http://schemas.openxmlformats.org/drawingml/2006/main">
            <a:off x="609600" y="5772150"/>
            <a:ext cx="10953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526A77"/>
                </a:solidFill>
                <a:latin typeface="Apple SD Gothic Neo"/>
                <a:ea typeface="Apple SD Gothic Neo"/>
                <a:cs typeface="Apple SD Gothic Neo"/>
              </a:defRPr>
            </a:defPPr>
            <a:lvl1pPr>
              <a:defRPr sz="1500" b="0">
                <a:solidFill>
                  <a:srgbClr val="526A77"/>
                </a:solidFill>
                <a:latin typeface="Apple SD Gothic Neo"/>
                <a:ea typeface="Apple SD Gothic Neo"/>
                <a:cs typeface="Apple SD Gothic Neo"/>
              </a:defRPr>
            </a:lvl1pPr>
            <a:lvl2pPr>
              <a:defRPr sz="1500" b="0">
                <a:solidFill>
                  <a:srgbClr val="526A77"/>
                </a:solidFill>
                <a:latin typeface="Apple SD Gothic Neo"/>
                <a:ea typeface="Apple SD Gothic Neo"/>
                <a:cs typeface="Apple SD Gothic Neo"/>
              </a:defRPr>
            </a:lvl2pPr>
            <a:lvl3pPr>
              <a:defRPr sz="1500" b="0">
                <a:solidFill>
                  <a:srgbClr val="526A77"/>
                </a:solidFill>
                <a:latin typeface="Apple SD Gothic Neo"/>
                <a:ea typeface="Apple SD Gothic Neo"/>
                <a:cs typeface="Apple SD Gothic Neo"/>
              </a:defRPr>
            </a:lvl3pPr>
            <a:lvl4pPr>
              <a:defRPr sz="1500" b="0">
                <a:solidFill>
                  <a:srgbClr val="526A77"/>
                </a:solidFill>
                <a:latin typeface="Apple SD Gothic Neo"/>
                <a:ea typeface="Apple SD Gothic Neo"/>
                <a:cs typeface="Apple SD Gothic Neo"/>
              </a:defRPr>
            </a:lvl4pPr>
            <a:lvl5pPr>
              <a:defRPr sz="1500" b="0">
                <a:solidFill>
                  <a:srgbClr val="526A77"/>
                </a:solidFill>
                <a:latin typeface="Apple SD Gothic Neo"/>
                <a:ea typeface="Apple SD Gothic Neo"/>
                <a:cs typeface="Apple SD Gothic Neo"/>
              </a:defRPr>
            </a:lvl5pPr>
            <a:lvl6pPr>
              <a:defRPr sz="1500" b="0">
                <a:solidFill>
                  <a:srgbClr val="526A77"/>
                </a:solidFill>
                <a:latin typeface="Apple SD Gothic Neo"/>
                <a:ea typeface="Apple SD Gothic Neo"/>
                <a:cs typeface="Apple SD Gothic Neo"/>
              </a:defRPr>
            </a:lvl6pPr>
            <a:lvl7pPr>
              <a:defRPr sz="1500" b="0">
                <a:solidFill>
                  <a:srgbClr val="526A77"/>
                </a:solidFill>
                <a:latin typeface="Apple SD Gothic Neo"/>
                <a:ea typeface="Apple SD Gothic Neo"/>
                <a:cs typeface="Apple SD Gothic Neo"/>
              </a:defRPr>
            </a:lvl7pPr>
            <a:lvl8pPr>
              <a:defRPr sz="1500" b="0">
                <a:solidFill>
                  <a:srgbClr val="526A77"/>
                </a:solidFill>
                <a:latin typeface="Apple SD Gothic Neo"/>
                <a:ea typeface="Apple SD Gothic Neo"/>
                <a:cs typeface="Apple SD Gothic Neo"/>
              </a:defRPr>
            </a:lvl8pPr>
            <a:lvl9pPr>
              <a:defRPr sz="1500" b="0">
                <a:solidFill>
                  <a:srgbClr val="526A77"/>
                </a:solidFill>
                <a:latin typeface="Apple SD Gothic Neo"/>
                <a:ea typeface="Apple SD Gothic Neo"/>
                <a:cs typeface="Apple SD Gothic Neo"/>
              </a:defRPr>
            </a:lvl9pPr>
          </a:lstStyle>
          <a:p xmlns:a="http://schemas.openxmlformats.org/drawingml/2006/main">
            <a:pPr>
              <a:defRPr sz="1500" b="0">
                <a:solidFill>
                  <a:srgbClr val="526A77"/>
                </a:solidFill>
                <a:latin typeface="Apple SD Gothic Neo"/>
                <a:ea typeface="Apple SD Gothic Neo"/>
                <a:cs typeface="Apple SD Gothic Neo"/>
              </a:defRPr>
            </a:pPr>
            <a:r>
              <a:rPr sz="1500" b="0">
                <a:solidFill>
                  <a:srgbClr val="526A77"/>
                </a:solidFill>
                <a:latin typeface="Apple SD Gothic Neo"/>
                <a:ea typeface="Apple SD Gothic Neo"/>
                <a:cs typeface="Apple SD Gothic Neo"/>
              </a:rPr>
              <a:t>동일 CPU 재생 사례. 합성 로그는 실제 로그가 아닙니다. MCP 요청 잠금은 직렬로 유지합니다.</a:t>
            </a:r>
          </a:p>
        </p:txBody>
      </p:sp>
    </p:spTree>
    <p:extLst>
      <p:ext uri="{BB962C8B-B14F-4D97-AF65-F5344CB8AC3E}">
        <p14:creationId xmlns:p14="http://schemas.microsoft.com/office/powerpoint/2010/main" val="1390890836"/>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4E3A65-004F-4150-9739-F37720FC4D77}"/>
              </a:ext>
            </a:extLst>
          </p:cNvPr>
          <p:cNvSpPr>
            <a:spLocks xmlns:a="http://schemas.openxmlformats.org/drawingml/2006/main" noGrp="1"/>
          </p:cNvSpPr>
          <p:nvPr/>
        </p:nvSpPr>
        <p:spPr>
          <a:xfrm xmlns:a="http://schemas.openxmlformats.org/drawingml/2006/main">
            <a:off x="609600" y="32385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087D69"/>
                </a:solidFill>
                <a:latin typeface="Apple SD Gothic Neo"/>
                <a:ea typeface="Apple SD Gothic Neo"/>
                <a:cs typeface="Apple SD Gothic Neo"/>
              </a:defRPr>
            </a:defPPr>
            <a:lvl1pPr>
              <a:defRPr sz="1425" b="1">
                <a:solidFill>
                  <a:srgbClr val="087D69"/>
                </a:solidFill>
                <a:latin typeface="Apple SD Gothic Neo"/>
                <a:ea typeface="Apple SD Gothic Neo"/>
                <a:cs typeface="Apple SD Gothic Neo"/>
              </a:defRPr>
            </a:lvl1pPr>
            <a:lvl2pPr>
              <a:defRPr sz="1425" b="1">
                <a:solidFill>
                  <a:srgbClr val="087D69"/>
                </a:solidFill>
                <a:latin typeface="Apple SD Gothic Neo"/>
                <a:ea typeface="Apple SD Gothic Neo"/>
                <a:cs typeface="Apple SD Gothic Neo"/>
              </a:defRPr>
            </a:lvl2pPr>
            <a:lvl3pPr>
              <a:defRPr sz="1425" b="1">
                <a:solidFill>
                  <a:srgbClr val="087D69"/>
                </a:solidFill>
                <a:latin typeface="Apple SD Gothic Neo"/>
                <a:ea typeface="Apple SD Gothic Neo"/>
                <a:cs typeface="Apple SD Gothic Neo"/>
              </a:defRPr>
            </a:lvl3pPr>
            <a:lvl4pPr>
              <a:defRPr sz="1425" b="1">
                <a:solidFill>
                  <a:srgbClr val="087D69"/>
                </a:solidFill>
                <a:latin typeface="Apple SD Gothic Neo"/>
                <a:ea typeface="Apple SD Gothic Neo"/>
                <a:cs typeface="Apple SD Gothic Neo"/>
              </a:defRPr>
            </a:lvl4pPr>
            <a:lvl5pPr>
              <a:defRPr sz="1425" b="1">
                <a:solidFill>
                  <a:srgbClr val="087D69"/>
                </a:solidFill>
                <a:latin typeface="Apple SD Gothic Neo"/>
                <a:ea typeface="Apple SD Gothic Neo"/>
                <a:cs typeface="Apple SD Gothic Neo"/>
              </a:defRPr>
            </a:lvl5pPr>
            <a:lvl6pPr>
              <a:defRPr sz="1425" b="1">
                <a:solidFill>
                  <a:srgbClr val="087D69"/>
                </a:solidFill>
                <a:latin typeface="Apple SD Gothic Neo"/>
                <a:ea typeface="Apple SD Gothic Neo"/>
                <a:cs typeface="Apple SD Gothic Neo"/>
              </a:defRPr>
            </a:lvl6pPr>
            <a:lvl7pPr>
              <a:defRPr sz="1425" b="1">
                <a:solidFill>
                  <a:srgbClr val="087D69"/>
                </a:solidFill>
                <a:latin typeface="Apple SD Gothic Neo"/>
                <a:ea typeface="Apple SD Gothic Neo"/>
                <a:cs typeface="Apple SD Gothic Neo"/>
              </a:defRPr>
            </a:lvl7pPr>
            <a:lvl8pPr>
              <a:defRPr sz="1425" b="1">
                <a:solidFill>
                  <a:srgbClr val="087D69"/>
                </a:solidFill>
                <a:latin typeface="Apple SD Gothic Neo"/>
                <a:ea typeface="Apple SD Gothic Neo"/>
                <a:cs typeface="Apple SD Gothic Neo"/>
              </a:defRPr>
            </a:lvl8pPr>
            <a:lvl9pPr>
              <a:defRPr sz="1425" b="1">
                <a:solidFill>
                  <a:srgbClr val="087D69"/>
                </a:solidFill>
                <a:latin typeface="Apple SD Gothic Neo"/>
                <a:ea typeface="Apple SD Gothic Neo"/>
                <a:cs typeface="Apple SD Gothic Neo"/>
              </a:defRPr>
            </a:lvl9pPr>
          </a:lstStyle>
          <a:p xmlns:a="http://schemas.openxmlformats.org/drawingml/2006/main">
            <a:pPr>
              <a:defRPr sz="1425" b="1">
                <a:solidFill>
                  <a:srgbClr val="087D69"/>
                </a:solidFill>
                <a:latin typeface="Apple SD Gothic Neo"/>
                <a:ea typeface="Apple SD Gothic Neo"/>
                <a:cs typeface="Apple SD Gothic Neo"/>
              </a:defRPr>
            </a:pPr>
            <a:r>
              <a:rPr sz="1425" b="1">
                <a:solidFill>
                  <a:srgbClr val="087D69"/>
                </a:solidFill>
                <a:latin typeface="Apple SD Gothic Neo"/>
                <a:ea typeface="Apple SD Gothic Neo"/>
                <a:cs typeface="Apple SD Gothic Neo"/>
              </a:rPr>
              <a:t>S4 · 과제 #5</a:t>
            </a:r>
          </a:p>
        </p:txBody>
      </p:sp>
      <p:sp>
        <p:nvSpPr>
          <p:cNvPr id="2" name="">
            <a:extLst xmlns:a="http://schemas.openxmlformats.org/drawingml/2006/main">
              <a:ext uri="{FF2B5EF4-FFF2-40B4-BE49-F238E27FC236}">
                <a16:creationId xmlns:a16="http://schemas.microsoft.com/office/drawing/2014/main" id="{3DC1A90F-7D5E-45E8-9446-AF1BAEE4BAD2}"/>
              </a:ext>
            </a:extLst>
          </p:cNvPr>
          <p:cNvSpPr>
            <a:spLocks xmlns:a="http://schemas.openxmlformats.org/drawingml/2006/main" noGrp="1"/>
          </p:cNvSpPr>
          <p:nvPr/>
        </p:nvSpPr>
        <p:spPr>
          <a:xfrm xmlns:a="http://schemas.openxmlformats.org/drawingml/2006/main">
            <a:off x="609600" y="83820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75" b="1">
                <a:solidFill>
                  <a:srgbClr val="173343"/>
                </a:solidFill>
                <a:latin typeface="Apple SD Gothic Neo"/>
                <a:ea typeface="Apple SD Gothic Neo"/>
                <a:cs typeface="Apple SD Gothic Neo"/>
              </a:defRPr>
            </a:defPPr>
            <a:lvl1pPr>
              <a:defRPr sz="3375" b="1">
                <a:solidFill>
                  <a:srgbClr val="173343"/>
                </a:solidFill>
                <a:latin typeface="Apple SD Gothic Neo"/>
                <a:ea typeface="Apple SD Gothic Neo"/>
                <a:cs typeface="Apple SD Gothic Neo"/>
              </a:defRPr>
            </a:lvl1pPr>
            <a:lvl2pPr>
              <a:defRPr sz="3375" b="1">
                <a:solidFill>
                  <a:srgbClr val="173343"/>
                </a:solidFill>
                <a:latin typeface="Apple SD Gothic Neo"/>
                <a:ea typeface="Apple SD Gothic Neo"/>
                <a:cs typeface="Apple SD Gothic Neo"/>
              </a:defRPr>
            </a:lvl2pPr>
            <a:lvl3pPr>
              <a:defRPr sz="3375" b="1">
                <a:solidFill>
                  <a:srgbClr val="173343"/>
                </a:solidFill>
                <a:latin typeface="Apple SD Gothic Neo"/>
                <a:ea typeface="Apple SD Gothic Neo"/>
                <a:cs typeface="Apple SD Gothic Neo"/>
              </a:defRPr>
            </a:lvl3pPr>
            <a:lvl4pPr>
              <a:defRPr sz="3375" b="1">
                <a:solidFill>
                  <a:srgbClr val="173343"/>
                </a:solidFill>
                <a:latin typeface="Apple SD Gothic Neo"/>
                <a:ea typeface="Apple SD Gothic Neo"/>
                <a:cs typeface="Apple SD Gothic Neo"/>
              </a:defRPr>
            </a:lvl4pPr>
            <a:lvl5pPr>
              <a:defRPr sz="3375" b="1">
                <a:solidFill>
                  <a:srgbClr val="173343"/>
                </a:solidFill>
                <a:latin typeface="Apple SD Gothic Neo"/>
                <a:ea typeface="Apple SD Gothic Neo"/>
                <a:cs typeface="Apple SD Gothic Neo"/>
              </a:defRPr>
            </a:lvl5pPr>
            <a:lvl6pPr>
              <a:defRPr sz="3375" b="1">
                <a:solidFill>
                  <a:srgbClr val="173343"/>
                </a:solidFill>
                <a:latin typeface="Apple SD Gothic Neo"/>
                <a:ea typeface="Apple SD Gothic Neo"/>
                <a:cs typeface="Apple SD Gothic Neo"/>
              </a:defRPr>
            </a:lvl6pPr>
            <a:lvl7pPr>
              <a:defRPr sz="3375" b="1">
                <a:solidFill>
                  <a:srgbClr val="173343"/>
                </a:solidFill>
                <a:latin typeface="Apple SD Gothic Neo"/>
                <a:ea typeface="Apple SD Gothic Neo"/>
                <a:cs typeface="Apple SD Gothic Neo"/>
              </a:defRPr>
            </a:lvl7pPr>
            <a:lvl8pPr>
              <a:defRPr sz="3375" b="1">
                <a:solidFill>
                  <a:srgbClr val="173343"/>
                </a:solidFill>
                <a:latin typeface="Apple SD Gothic Neo"/>
                <a:ea typeface="Apple SD Gothic Neo"/>
                <a:cs typeface="Apple SD Gothic Neo"/>
              </a:defRPr>
            </a:lvl8pPr>
            <a:lvl9pPr>
              <a:defRPr sz="3375" b="1">
                <a:solidFill>
                  <a:srgbClr val="173343"/>
                </a:solidFill>
                <a:latin typeface="Apple SD Gothic Neo"/>
                <a:ea typeface="Apple SD Gothic Neo"/>
                <a:cs typeface="Apple SD Gothic Neo"/>
              </a:defRPr>
            </a:lvl9pPr>
          </a:lstStyle>
          <a:p xmlns:a="http://schemas.openxmlformats.org/drawingml/2006/main">
            <a:pPr>
              <a:defRPr sz="3375" b="1">
                <a:solidFill>
                  <a:srgbClr val="173343"/>
                </a:solidFill>
                <a:latin typeface="Apple SD Gothic Neo"/>
                <a:ea typeface="Apple SD Gothic Neo"/>
                <a:cs typeface="Apple SD Gothic Neo"/>
              </a:defRPr>
            </a:pPr>
            <a:r>
              <a:rPr sz="3375" b="1">
                <a:solidFill>
                  <a:srgbClr val="173343"/>
                </a:solidFill>
                <a:latin typeface="Apple SD Gothic Neo"/>
                <a:ea typeface="Apple SD Gothic Neo"/>
                <a:cs typeface="Apple SD Gothic Neo"/>
              </a:rPr>
              <a:t>오래된 사실 회수와 비용 증가를 함께 측정</a:t>
            </a:r>
          </a:p>
        </p:txBody>
      </p:sp>
      <p:sp>
        <p:nvSpPr>
          <p:cNvPr id="3" name="">
            <a:extLst xmlns:a="http://schemas.openxmlformats.org/drawingml/2006/main">
              <a:ext uri="{FF2B5EF4-FFF2-40B4-BE49-F238E27FC236}">
                <a16:creationId xmlns:a16="http://schemas.microsoft.com/office/drawing/2014/main" id="{34E9E241-4E1D-4730-B6AA-C2C07C9C5A07}"/>
              </a:ext>
            </a:extLst>
          </p:cNvPr>
          <p:cNvSpPr>
            <a:spLocks xmlns:a="http://schemas.openxmlformats.org/drawingml/2006/main" noGrp="1"/>
          </p:cNvSpPr>
          <p:nvPr/>
        </p:nvSpPr>
        <p:spPr>
          <a:xfrm xmlns:a="http://schemas.openxmlformats.org/drawingml/2006/main">
            <a:off x="9810750" y="6381750"/>
            <a:ext cx="1809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26A77"/>
                </a:solidFill>
                <a:latin typeface="Apple SD Gothic Neo"/>
                <a:ea typeface="Apple SD Gothic Neo"/>
                <a:cs typeface="Apple SD Gothic Neo"/>
              </a:defRPr>
            </a:defPPr>
            <a:lvl1pPr>
              <a:defRPr sz="1275" b="0">
                <a:solidFill>
                  <a:srgbClr val="526A77"/>
                </a:solidFill>
                <a:latin typeface="Apple SD Gothic Neo"/>
                <a:ea typeface="Apple SD Gothic Neo"/>
                <a:cs typeface="Apple SD Gothic Neo"/>
              </a:defRPr>
            </a:lvl1pPr>
            <a:lvl2pPr>
              <a:defRPr sz="1275" b="0">
                <a:solidFill>
                  <a:srgbClr val="526A77"/>
                </a:solidFill>
                <a:latin typeface="Apple SD Gothic Neo"/>
                <a:ea typeface="Apple SD Gothic Neo"/>
                <a:cs typeface="Apple SD Gothic Neo"/>
              </a:defRPr>
            </a:lvl2pPr>
            <a:lvl3pPr>
              <a:defRPr sz="1275" b="0">
                <a:solidFill>
                  <a:srgbClr val="526A77"/>
                </a:solidFill>
                <a:latin typeface="Apple SD Gothic Neo"/>
                <a:ea typeface="Apple SD Gothic Neo"/>
                <a:cs typeface="Apple SD Gothic Neo"/>
              </a:defRPr>
            </a:lvl3pPr>
            <a:lvl4pPr>
              <a:defRPr sz="1275" b="0">
                <a:solidFill>
                  <a:srgbClr val="526A77"/>
                </a:solidFill>
                <a:latin typeface="Apple SD Gothic Neo"/>
                <a:ea typeface="Apple SD Gothic Neo"/>
                <a:cs typeface="Apple SD Gothic Neo"/>
              </a:defRPr>
            </a:lvl4pPr>
            <a:lvl5pPr>
              <a:defRPr sz="1275" b="0">
                <a:solidFill>
                  <a:srgbClr val="526A77"/>
                </a:solidFill>
                <a:latin typeface="Apple SD Gothic Neo"/>
                <a:ea typeface="Apple SD Gothic Neo"/>
                <a:cs typeface="Apple SD Gothic Neo"/>
              </a:defRPr>
            </a:lvl5pPr>
            <a:lvl6pPr>
              <a:defRPr sz="1275" b="0">
                <a:solidFill>
                  <a:srgbClr val="526A77"/>
                </a:solidFill>
                <a:latin typeface="Apple SD Gothic Neo"/>
                <a:ea typeface="Apple SD Gothic Neo"/>
                <a:cs typeface="Apple SD Gothic Neo"/>
              </a:defRPr>
            </a:lvl6pPr>
            <a:lvl7pPr>
              <a:defRPr sz="1275" b="0">
                <a:solidFill>
                  <a:srgbClr val="526A77"/>
                </a:solidFill>
                <a:latin typeface="Apple SD Gothic Neo"/>
                <a:ea typeface="Apple SD Gothic Neo"/>
                <a:cs typeface="Apple SD Gothic Neo"/>
              </a:defRPr>
            </a:lvl7pPr>
            <a:lvl8pPr>
              <a:defRPr sz="1275" b="0">
                <a:solidFill>
                  <a:srgbClr val="526A77"/>
                </a:solidFill>
                <a:latin typeface="Apple SD Gothic Neo"/>
                <a:ea typeface="Apple SD Gothic Neo"/>
                <a:cs typeface="Apple SD Gothic Neo"/>
              </a:defRPr>
            </a:lvl8pPr>
            <a:lvl9pPr>
              <a:defRPr sz="1275" b="0">
                <a:solidFill>
                  <a:srgbClr val="526A77"/>
                </a:solidFill>
                <a:latin typeface="Apple SD Gothic Neo"/>
                <a:ea typeface="Apple SD Gothic Neo"/>
                <a:cs typeface="Apple SD Gothic Neo"/>
              </a:defRPr>
            </a:lvl9pPr>
          </a:lstStyle>
          <a:p xmlns:a="http://schemas.openxmlformats.org/drawingml/2006/main">
            <a:pPr>
              <a:defRPr sz="1275" b="0">
                <a:solidFill>
                  <a:srgbClr val="526A77"/>
                </a:solidFill>
                <a:latin typeface="Apple SD Gothic Neo"/>
                <a:ea typeface="Apple SD Gothic Neo"/>
                <a:cs typeface="Apple SD Gothic Neo"/>
              </a:defRPr>
            </a:pPr>
            <a:r>
              <a:rPr sz="1275" b="0">
                <a:solidFill>
                  <a:srgbClr val="526A77"/>
                </a:solidFill>
                <a:latin typeface="Apple SD Gothic Neo"/>
                <a:ea typeface="Apple SD Gothic Neo"/>
                <a:cs typeface="Apple SD Gothic Neo"/>
              </a:rPr>
              <a:t>05  /  발표 본문</a:t>
            </a:r>
          </a:p>
        </p:txBody>
      </p:sp>
      <p:graphicFrame>
        <p:nvGraphicFramePr>
          <p:cNvPr id="4" name="">
            <a:extLst xmlns:a="http://schemas.openxmlformats.org/drawingml/2006/main">
              <a:ext uri="{FF2B5EF4-FFF2-40B4-BE49-F238E27FC236}">
                <a16:creationId xmlns:a16="http://schemas.microsoft.com/office/drawing/2014/main" id="{4149D2AF-04A7-4904-8B72-0045ABEBD94B}"/>
              </a:ext>
            </a:extLst>
          </p:cNvPr>
          <p:cNvGraphicFramePr/>
          <p:nvPr/>
        </p:nvGraphicFramePr>
        <p:xfrm>
          <a:off xmlns:a="http://schemas.openxmlformats.org/drawingml/2006/main" x="609600" y="2028825"/>
          <a:ext xmlns:a="http://schemas.openxmlformats.org/drawingml/2006/main" cx="10972800" cy="2476500"/>
        </p:xfrm>
        <a:graphic xmlns:a="http://schemas.openxmlformats.org/drawingml/2006/main">
          <a:graphicData uri="http://schemas.openxmlformats.org/drawingml/2006/table">
            <a:tbl>
              <a:tblPr firstRow="0" bandRow="0"/>
              <a:tblGrid>
                <a:gridCol w="5162550"/>
                <a:gridCol w="2476500"/>
                <a:gridCol w="3333750"/>
              </a:tblGrid>
              <a:tr h="825500">
                <a:tc>
                  <a:txBody>
                    <a:bodyPr/>
                    <a:lstStyle/>
                    <a:p>
                      <a:r>
                        <a:rPr sz="2025" b="1">
                          <a:solidFill>
                            <a:srgbClr val="FFFFFF"/>
                          </a:solidFill>
                          <a:latin typeface="Apple SD Gothic Neo"/>
                          <a:ea typeface="Apple SD Gothic Neo"/>
                          <a:cs typeface="Apple SD Gothic Neo"/>
                        </a:rPr>
                        <a:t>동일 고정 이력 · Qwen 8B</a:t>
                      </a:r>
                    </a:p>
                  </a:txBody>
                  <a:tcPr marL="91440" marR="91440" marT="45720" marB="45720">
                    <a:lnL w="6668">
                      <a:solidFill>
                        <a:srgbClr val="D6E4DF"/>
                      </a:solidFill>
                      <a:prstDash val="solid"/>
                    </a:lnL>
                    <a:lnR w="6668">
                      <a:solidFill>
                        <a:srgbClr val="D6E4DF"/>
                      </a:solidFill>
                      <a:prstDash val="solid"/>
                    </a:lnR>
                    <a:lnT w="6668">
                      <a:solidFill>
                        <a:srgbClr val="D6E4DF"/>
                      </a:solidFill>
                      <a:prstDash val="solid"/>
                    </a:lnT>
                    <a:lnB w="6668">
                      <a:solidFill>
                        <a:srgbClr val="D6E4DF"/>
                      </a:solidFill>
                      <a:prstDash val="solid"/>
                    </a:lnB>
                    <a:solidFill>
                      <a:srgbClr val="173343"/>
                    </a:solidFill>
                  </a:tcPr>
                </a:tc>
                <a:tc>
                  <a:txBody>
                    <a:bodyPr/>
                    <a:lstStyle/>
                    <a:p>
                      <a:r>
                        <a:rPr sz="2025" b="1">
                          <a:solidFill>
                            <a:srgbClr val="FFFFFF"/>
                          </a:solidFill>
                          <a:latin typeface="Apple SD Gothic Neo"/>
                          <a:ea typeface="Apple SD Gothic Neo"/>
                          <a:cs typeface="Apple SD Gothic Neo"/>
                        </a:rPr>
                        <a:t>Before · recent</a:t>
                      </a:r>
                    </a:p>
                  </a:txBody>
                  <a:tcPr marL="91440" marR="91440" marT="45720" marB="45720">
                    <a:lnR w="6668">
                      <a:solidFill>
                        <a:srgbClr val="D6E4DF"/>
                      </a:solidFill>
                      <a:prstDash val="solid"/>
                    </a:lnR>
                    <a:lnT w="6668">
                      <a:solidFill>
                        <a:srgbClr val="D6E4DF"/>
                      </a:solidFill>
                      <a:prstDash val="solid"/>
                    </a:lnT>
                    <a:lnB w="6668">
                      <a:solidFill>
                        <a:srgbClr val="D6E4DF"/>
                      </a:solidFill>
                      <a:prstDash val="solid"/>
                    </a:lnB>
                    <a:solidFill>
                      <a:srgbClr val="173343"/>
                    </a:solidFill>
                  </a:tcPr>
                </a:tc>
                <a:tc>
                  <a:txBody>
                    <a:bodyPr/>
                    <a:lstStyle/>
                    <a:p>
                      <a:r>
                        <a:rPr sz="2025" b="1">
                          <a:solidFill>
                            <a:srgbClr val="FFFFFF"/>
                          </a:solidFill>
                          <a:latin typeface="Apple SD Gothic Neo"/>
                          <a:ea typeface="Apple SD Gothic Neo"/>
                          <a:cs typeface="Apple SD Gothic Neo"/>
                        </a:rPr>
                        <a:t>After · summary</a:t>
                      </a:r>
                    </a:p>
                  </a:txBody>
                  <a:tcPr marL="91440" marR="91440" marT="45720" marB="45720">
                    <a:lnR w="6668">
                      <a:solidFill>
                        <a:srgbClr val="D6E4DF"/>
                      </a:solidFill>
                      <a:prstDash val="solid"/>
                    </a:lnR>
                    <a:lnT w="6668">
                      <a:solidFill>
                        <a:srgbClr val="D6E4DF"/>
                      </a:solidFill>
                      <a:prstDash val="solid"/>
                    </a:lnT>
                    <a:lnB w="6668">
                      <a:solidFill>
                        <a:srgbClr val="D6E4DF"/>
                      </a:solidFill>
                      <a:prstDash val="solid"/>
                    </a:lnB>
                    <a:solidFill>
                      <a:srgbClr val="173343"/>
                    </a:solidFill>
                  </a:tcPr>
                </a:tc>
              </a:tr>
              <a:tr h="825500">
                <a:tc>
                  <a:txBody>
                    <a:bodyPr/>
                    <a:lstStyle/>
                    <a:p>
                      <a:r>
                        <a:rPr sz="2025" b="0">
                          <a:solidFill>
                            <a:srgbClr val="173343"/>
                          </a:solidFill>
                          <a:latin typeface="Apple SD Gothic Neo"/>
                          <a:ea typeface="Apple SD Gothic Neo"/>
                          <a:cs typeface="Apple SD Gothic Neo"/>
                        </a:rPr>
                        <a:t>과거 사실 회수</a:t>
                      </a:r>
                    </a:p>
                  </a:txBody>
                  <a:tcPr marL="91440" marR="91440" marT="45720" marB="45720">
                    <a:lnL w="6668">
                      <a:solidFill>
                        <a:srgbClr val="D6E4DF"/>
                      </a:solidFill>
                      <a:prstDash val="solid"/>
                    </a:lnL>
                    <a:lnR w="6668">
                      <a:solidFill>
                        <a:srgbClr val="D6E4DF"/>
                      </a:solidFill>
                      <a:prstDash val="solid"/>
                    </a:lnR>
                    <a:lnB w="6668">
                      <a:solidFill>
                        <a:srgbClr val="D6E4DF"/>
                      </a:solidFill>
                      <a:prstDash val="solid"/>
                    </a:lnB>
                    <a:solidFill>
                      <a:srgbClr val="FFFFFF"/>
                    </a:solidFill>
                  </a:tcPr>
                </a:tc>
                <a:tc>
                  <a:txBody>
                    <a:bodyPr/>
                    <a:lstStyle/>
                    <a:p>
                      <a:r>
                        <a:rPr sz="2025" b="0">
                          <a:solidFill>
                            <a:srgbClr val="173343"/>
                          </a:solidFill>
                          <a:latin typeface="Apple SD Gothic Neo"/>
                          <a:ea typeface="Apple SD Gothic Neo"/>
                          <a:cs typeface="Apple SD Gothic Neo"/>
                        </a:rPr>
                        <a:t>0 / 5</a:t>
                      </a:r>
                    </a:p>
                  </a:txBody>
                  <a:tcPr marL="91440" marR="91440" marT="45720" marB="45720">
                    <a:lnR w="6668">
                      <a:solidFill>
                        <a:srgbClr val="D6E4DF"/>
                      </a:solidFill>
                      <a:prstDash val="solid"/>
                    </a:lnR>
                    <a:lnB w="6668">
                      <a:solidFill>
                        <a:srgbClr val="D6E4DF"/>
                      </a:solidFill>
                      <a:prstDash val="solid"/>
                    </a:lnB>
                    <a:solidFill>
                      <a:srgbClr val="FFFFFF"/>
                    </a:solidFill>
                  </a:tcPr>
                </a:tc>
                <a:tc>
                  <a:txBody>
                    <a:bodyPr/>
                    <a:lstStyle/>
                    <a:p>
                      <a:r>
                        <a:rPr sz="2025" b="0">
                          <a:solidFill>
                            <a:srgbClr val="173343"/>
                          </a:solidFill>
                          <a:latin typeface="Apple SD Gothic Neo"/>
                          <a:ea typeface="Apple SD Gothic Neo"/>
                          <a:cs typeface="Apple SD Gothic Neo"/>
                        </a:rPr>
                        <a:t>5 / 5</a:t>
                      </a:r>
                    </a:p>
                  </a:txBody>
                  <a:tcPr marL="91440" marR="91440" marT="45720" marB="45720">
                    <a:lnR w="6668">
                      <a:solidFill>
                        <a:srgbClr val="D6E4DF"/>
                      </a:solidFill>
                      <a:prstDash val="solid"/>
                    </a:lnR>
                    <a:lnB w="6668">
                      <a:solidFill>
                        <a:srgbClr val="D6E4DF"/>
                      </a:solidFill>
                      <a:prstDash val="solid"/>
                    </a:lnB>
                    <a:solidFill>
                      <a:srgbClr val="FFFFFF"/>
                    </a:solidFill>
                  </a:tcPr>
                </a:tc>
              </a:tr>
              <a:tr h="825500">
                <a:tc>
                  <a:txBody>
                    <a:bodyPr/>
                    <a:lstStyle/>
                    <a:p>
                      <a:r>
                        <a:rPr sz="2025" b="0">
                          <a:solidFill>
                            <a:srgbClr val="173343"/>
                          </a:solidFill>
                          <a:latin typeface="Apple SD Gothic Neo"/>
                          <a:ea typeface="Apple SD Gothic Neo"/>
                          <a:cs typeface="Apple SD Gothic Neo"/>
                        </a:rPr>
                        <a:t>총 토큰 (요약 포함)</a:t>
                      </a:r>
                    </a:p>
                  </a:txBody>
                  <a:tcPr marL="91440" marR="91440" marT="45720" marB="45720">
                    <a:lnL w="6668">
                      <a:solidFill>
                        <a:srgbClr val="D6E4DF"/>
                      </a:solidFill>
                      <a:prstDash val="solid"/>
                    </a:lnL>
                    <a:lnR w="6668">
                      <a:solidFill>
                        <a:srgbClr val="D6E4DF"/>
                      </a:solidFill>
                      <a:prstDash val="solid"/>
                    </a:lnR>
                    <a:lnB w="6668">
                      <a:solidFill>
                        <a:srgbClr val="D6E4DF"/>
                      </a:solidFill>
                      <a:prstDash val="solid"/>
                    </a:lnB>
                    <a:solidFill>
                      <a:srgbClr val="FFFFFF"/>
                    </a:solidFill>
                  </a:tcPr>
                </a:tc>
                <a:tc>
                  <a:txBody>
                    <a:bodyPr/>
                    <a:lstStyle/>
                    <a:p>
                      <a:r>
                        <a:rPr sz="2025" b="0">
                          <a:solidFill>
                            <a:srgbClr val="173343"/>
                          </a:solidFill>
                          <a:latin typeface="Apple SD Gothic Neo"/>
                          <a:ea typeface="Apple SD Gothic Neo"/>
                          <a:cs typeface="Apple SD Gothic Neo"/>
                        </a:rPr>
                        <a:t>1,247</a:t>
                      </a:r>
                    </a:p>
                  </a:txBody>
                  <a:tcPr marL="91440" marR="91440" marT="45720" marB="45720">
                    <a:lnR w="6668">
                      <a:solidFill>
                        <a:srgbClr val="D6E4DF"/>
                      </a:solidFill>
                      <a:prstDash val="solid"/>
                    </a:lnR>
                    <a:lnB w="6668">
                      <a:solidFill>
                        <a:srgbClr val="D6E4DF"/>
                      </a:solidFill>
                      <a:prstDash val="solid"/>
                    </a:lnB>
                    <a:solidFill>
                      <a:srgbClr val="FFFFFF"/>
                    </a:solidFill>
                  </a:tcPr>
                </a:tc>
                <a:tc>
                  <a:txBody>
                    <a:bodyPr/>
                    <a:lstStyle/>
                    <a:p>
                      <a:r>
                        <a:rPr sz="2025" b="0">
                          <a:solidFill>
                            <a:srgbClr val="173343"/>
                          </a:solidFill>
                          <a:latin typeface="Apple SD Gothic Neo"/>
                          <a:ea typeface="Apple SD Gothic Neo"/>
                          <a:cs typeface="Apple SD Gothic Neo"/>
                        </a:rPr>
                        <a:t>3,090  (+147.8%)</a:t>
                      </a:r>
                    </a:p>
                  </a:txBody>
                  <a:tcPr marL="91440" marR="91440" marT="45720" marB="45720">
                    <a:lnR w="6668">
                      <a:solidFill>
                        <a:srgbClr val="D6E4DF"/>
                      </a:solidFill>
                      <a:prstDash val="solid"/>
                    </a:lnR>
                    <a:lnB w="6668">
                      <a:solidFill>
                        <a:srgbClr val="D6E4DF"/>
                      </a:solidFill>
                      <a:prstDash val="solid"/>
                    </a:lnB>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7334B513-4BE3-4F27-A414-DBB4B2D2AB1F}"/>
              </a:ext>
            </a:extLst>
          </p:cNvPr>
          <p:cNvSpPr>
            <a:spLocks xmlns:a="http://schemas.openxmlformats.org/drawingml/2006/main" noGrp="1"/>
          </p:cNvSpPr>
          <p:nvPr/>
        </p:nvSpPr>
        <p:spPr>
          <a:xfrm xmlns:a="http://schemas.openxmlformats.org/drawingml/2006/main">
            <a:off x="609600" y="4772025"/>
            <a:ext cx="10858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1">
                <a:solidFill>
                  <a:srgbClr val="087D69"/>
                </a:solidFill>
                <a:latin typeface="Apple SD Gothic Neo"/>
                <a:ea typeface="Apple SD Gothic Neo"/>
                <a:cs typeface="Apple SD Gothic Neo"/>
              </a:defRPr>
            </a:defPPr>
            <a:lvl1pPr>
              <a:defRPr sz="2325" b="1">
                <a:solidFill>
                  <a:srgbClr val="087D69"/>
                </a:solidFill>
                <a:latin typeface="Apple SD Gothic Neo"/>
                <a:ea typeface="Apple SD Gothic Neo"/>
                <a:cs typeface="Apple SD Gothic Neo"/>
              </a:defRPr>
            </a:lvl1pPr>
            <a:lvl2pPr>
              <a:defRPr sz="2325" b="1">
                <a:solidFill>
                  <a:srgbClr val="087D69"/>
                </a:solidFill>
                <a:latin typeface="Apple SD Gothic Neo"/>
                <a:ea typeface="Apple SD Gothic Neo"/>
                <a:cs typeface="Apple SD Gothic Neo"/>
              </a:defRPr>
            </a:lvl2pPr>
            <a:lvl3pPr>
              <a:defRPr sz="2325" b="1">
                <a:solidFill>
                  <a:srgbClr val="087D69"/>
                </a:solidFill>
                <a:latin typeface="Apple SD Gothic Neo"/>
                <a:ea typeface="Apple SD Gothic Neo"/>
                <a:cs typeface="Apple SD Gothic Neo"/>
              </a:defRPr>
            </a:lvl3pPr>
            <a:lvl4pPr>
              <a:defRPr sz="2325" b="1">
                <a:solidFill>
                  <a:srgbClr val="087D69"/>
                </a:solidFill>
                <a:latin typeface="Apple SD Gothic Neo"/>
                <a:ea typeface="Apple SD Gothic Neo"/>
                <a:cs typeface="Apple SD Gothic Neo"/>
              </a:defRPr>
            </a:lvl4pPr>
            <a:lvl5pPr>
              <a:defRPr sz="2325" b="1">
                <a:solidFill>
                  <a:srgbClr val="087D69"/>
                </a:solidFill>
                <a:latin typeface="Apple SD Gothic Neo"/>
                <a:ea typeface="Apple SD Gothic Neo"/>
                <a:cs typeface="Apple SD Gothic Neo"/>
              </a:defRPr>
            </a:lvl5pPr>
            <a:lvl6pPr>
              <a:defRPr sz="2325" b="1">
                <a:solidFill>
                  <a:srgbClr val="087D69"/>
                </a:solidFill>
                <a:latin typeface="Apple SD Gothic Neo"/>
                <a:ea typeface="Apple SD Gothic Neo"/>
                <a:cs typeface="Apple SD Gothic Neo"/>
              </a:defRPr>
            </a:lvl6pPr>
            <a:lvl7pPr>
              <a:defRPr sz="2325" b="1">
                <a:solidFill>
                  <a:srgbClr val="087D69"/>
                </a:solidFill>
                <a:latin typeface="Apple SD Gothic Neo"/>
                <a:ea typeface="Apple SD Gothic Neo"/>
                <a:cs typeface="Apple SD Gothic Neo"/>
              </a:defRPr>
            </a:lvl7pPr>
            <a:lvl8pPr>
              <a:defRPr sz="2325" b="1">
                <a:solidFill>
                  <a:srgbClr val="087D69"/>
                </a:solidFill>
                <a:latin typeface="Apple SD Gothic Neo"/>
                <a:ea typeface="Apple SD Gothic Neo"/>
                <a:cs typeface="Apple SD Gothic Neo"/>
              </a:defRPr>
            </a:lvl8pPr>
            <a:lvl9pPr>
              <a:defRPr sz="2325" b="1">
                <a:solidFill>
                  <a:srgbClr val="087D69"/>
                </a:solidFill>
                <a:latin typeface="Apple SD Gothic Neo"/>
                <a:ea typeface="Apple SD Gothic Neo"/>
                <a:cs typeface="Apple SD Gothic Neo"/>
              </a:defRPr>
            </a:lvl9pPr>
          </a:lstStyle>
          <a:p xmlns:a="http://schemas.openxmlformats.org/drawingml/2006/main">
            <a:pPr>
              <a:defRPr sz="2325" b="1">
                <a:solidFill>
                  <a:srgbClr val="087D69"/>
                </a:solidFill>
                <a:latin typeface="Apple SD Gothic Neo"/>
                <a:ea typeface="Apple SD Gothic Neo"/>
                <a:cs typeface="Apple SD Gothic Neo"/>
              </a:defRPr>
            </a:pPr>
            <a:r>
              <a:rPr sz="2325" b="1">
                <a:solidFill>
                  <a:srgbClr val="087D69"/>
                </a:solidFill>
                <a:latin typeface="Apple SD Gothic Neo"/>
                <a:ea typeface="Apple SD Gothic Neo"/>
                <a:cs typeface="Apple SD Gothic Neo"/>
              </a:rPr>
              <a:t>원문 보존 + 증분 요약 + 완료 시 원자 저장</a:t>
            </a:r>
          </a:p>
        </p:txBody>
      </p:sp>
      <p:sp>
        <p:nvSpPr>
          <p:cNvPr id="6" name="">
            <a:extLst xmlns:a="http://schemas.openxmlformats.org/drawingml/2006/main">
              <a:ext uri="{FF2B5EF4-FFF2-40B4-BE49-F238E27FC236}">
                <a16:creationId xmlns:a16="http://schemas.microsoft.com/office/drawing/2014/main" id="{730A7373-37C0-459F-8898-29EFA9002025}"/>
              </a:ext>
            </a:extLst>
          </p:cNvPr>
          <p:cNvSpPr>
            <a:spLocks xmlns:a="http://schemas.openxmlformats.org/drawingml/2006/main" noGrp="1"/>
          </p:cNvSpPr>
          <p:nvPr/>
        </p:nvSpPr>
        <p:spPr>
          <a:xfrm xmlns:a="http://schemas.openxmlformats.org/drawingml/2006/main">
            <a:off x="609600" y="5305425"/>
            <a:ext cx="109061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B25546"/>
                </a:solidFill>
                <a:latin typeface="Apple SD Gothic Neo"/>
                <a:ea typeface="Apple SD Gothic Neo"/>
                <a:cs typeface="Apple SD Gothic Neo"/>
              </a:defRPr>
            </a:defPPr>
            <a:lvl1pPr>
              <a:defRPr sz="1950" b="1">
                <a:solidFill>
                  <a:srgbClr val="B25546"/>
                </a:solidFill>
                <a:latin typeface="Apple SD Gothic Neo"/>
                <a:ea typeface="Apple SD Gothic Neo"/>
                <a:cs typeface="Apple SD Gothic Neo"/>
              </a:defRPr>
            </a:lvl1pPr>
            <a:lvl2pPr>
              <a:defRPr sz="1950" b="1">
                <a:solidFill>
                  <a:srgbClr val="B25546"/>
                </a:solidFill>
                <a:latin typeface="Apple SD Gothic Neo"/>
                <a:ea typeface="Apple SD Gothic Neo"/>
                <a:cs typeface="Apple SD Gothic Neo"/>
              </a:defRPr>
            </a:lvl2pPr>
            <a:lvl3pPr>
              <a:defRPr sz="1950" b="1">
                <a:solidFill>
                  <a:srgbClr val="B25546"/>
                </a:solidFill>
                <a:latin typeface="Apple SD Gothic Neo"/>
                <a:ea typeface="Apple SD Gothic Neo"/>
                <a:cs typeface="Apple SD Gothic Neo"/>
              </a:defRPr>
            </a:lvl3pPr>
            <a:lvl4pPr>
              <a:defRPr sz="1950" b="1">
                <a:solidFill>
                  <a:srgbClr val="B25546"/>
                </a:solidFill>
                <a:latin typeface="Apple SD Gothic Neo"/>
                <a:ea typeface="Apple SD Gothic Neo"/>
                <a:cs typeface="Apple SD Gothic Neo"/>
              </a:defRPr>
            </a:lvl4pPr>
            <a:lvl5pPr>
              <a:defRPr sz="1950" b="1">
                <a:solidFill>
                  <a:srgbClr val="B25546"/>
                </a:solidFill>
                <a:latin typeface="Apple SD Gothic Neo"/>
                <a:ea typeface="Apple SD Gothic Neo"/>
                <a:cs typeface="Apple SD Gothic Neo"/>
              </a:defRPr>
            </a:lvl5pPr>
            <a:lvl6pPr>
              <a:defRPr sz="1950" b="1">
                <a:solidFill>
                  <a:srgbClr val="B25546"/>
                </a:solidFill>
                <a:latin typeface="Apple SD Gothic Neo"/>
                <a:ea typeface="Apple SD Gothic Neo"/>
                <a:cs typeface="Apple SD Gothic Neo"/>
              </a:defRPr>
            </a:lvl6pPr>
            <a:lvl7pPr>
              <a:defRPr sz="1950" b="1">
                <a:solidFill>
                  <a:srgbClr val="B25546"/>
                </a:solidFill>
                <a:latin typeface="Apple SD Gothic Neo"/>
                <a:ea typeface="Apple SD Gothic Neo"/>
                <a:cs typeface="Apple SD Gothic Neo"/>
              </a:defRPr>
            </a:lvl7pPr>
            <a:lvl8pPr>
              <a:defRPr sz="1950" b="1">
                <a:solidFill>
                  <a:srgbClr val="B25546"/>
                </a:solidFill>
                <a:latin typeface="Apple SD Gothic Neo"/>
                <a:ea typeface="Apple SD Gothic Neo"/>
                <a:cs typeface="Apple SD Gothic Neo"/>
              </a:defRPr>
            </a:lvl8pPr>
            <a:lvl9pPr>
              <a:defRPr sz="1950" b="1">
                <a:solidFill>
                  <a:srgbClr val="B25546"/>
                </a:solidFill>
                <a:latin typeface="Apple SD Gothic Neo"/>
                <a:ea typeface="Apple SD Gothic Neo"/>
                <a:cs typeface="Apple SD Gothic Neo"/>
              </a:defRPr>
            </a:lvl9pPr>
          </a:lstStyle>
          <a:p xmlns:a="http://schemas.openxmlformats.org/drawingml/2006/main">
            <a:pPr>
              <a:defRPr sz="1950" b="1">
                <a:solidFill>
                  <a:srgbClr val="B25546"/>
                </a:solidFill>
                <a:latin typeface="Apple SD Gothic Neo"/>
                <a:ea typeface="Apple SD Gothic Neo"/>
                <a:cs typeface="Apple SD Gothic Neo"/>
              </a:defRPr>
            </a:pPr>
            <a:r>
              <a:rPr sz="1950" b="1">
                <a:solidFill>
                  <a:srgbClr val="B25546"/>
                </a:solidFill>
                <a:latin typeface="Apple SD Gothic Neo"/>
                <a:ea typeface="Apple SD Gothic Neo"/>
                <a:cs typeface="Apple SD Gothic Neo"/>
              </a:rPr>
              <a:t>S6 새 단순 메모 사례: 회상 2건 실패, 안전한 fallback</a:t>
            </a:r>
          </a:p>
        </p:txBody>
      </p:sp>
      <p:sp>
        <p:nvSpPr>
          <p:cNvPr id="7" name="">
            <a:extLst xmlns:a="http://schemas.openxmlformats.org/drawingml/2006/main">
              <a:ext uri="{FF2B5EF4-FFF2-40B4-BE49-F238E27FC236}">
                <a16:creationId xmlns:a16="http://schemas.microsoft.com/office/drawing/2014/main" id="{82D70F9E-998B-47BA-BD65-9ED5BBC63AEF}"/>
              </a:ext>
            </a:extLst>
          </p:cNvPr>
          <p:cNvSpPr>
            <a:spLocks xmlns:a="http://schemas.openxmlformats.org/drawingml/2006/main" noGrp="1"/>
          </p:cNvSpPr>
          <p:nvPr/>
        </p:nvSpPr>
        <p:spPr>
          <a:xfrm xmlns:a="http://schemas.openxmlformats.org/drawingml/2006/main">
            <a:off x="609600" y="5772150"/>
            <a:ext cx="10953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526A77"/>
                </a:solidFill>
                <a:latin typeface="Apple SD Gothic Neo"/>
                <a:ea typeface="Apple SD Gothic Neo"/>
                <a:cs typeface="Apple SD Gothic Neo"/>
              </a:defRPr>
            </a:defPPr>
            <a:lvl1pPr>
              <a:defRPr sz="1500" b="0">
                <a:solidFill>
                  <a:srgbClr val="526A77"/>
                </a:solidFill>
                <a:latin typeface="Apple SD Gothic Neo"/>
                <a:ea typeface="Apple SD Gothic Neo"/>
                <a:cs typeface="Apple SD Gothic Neo"/>
              </a:defRPr>
            </a:lvl1pPr>
            <a:lvl2pPr>
              <a:defRPr sz="1500" b="0">
                <a:solidFill>
                  <a:srgbClr val="526A77"/>
                </a:solidFill>
                <a:latin typeface="Apple SD Gothic Neo"/>
                <a:ea typeface="Apple SD Gothic Neo"/>
                <a:cs typeface="Apple SD Gothic Neo"/>
              </a:defRPr>
            </a:lvl2pPr>
            <a:lvl3pPr>
              <a:defRPr sz="1500" b="0">
                <a:solidFill>
                  <a:srgbClr val="526A77"/>
                </a:solidFill>
                <a:latin typeface="Apple SD Gothic Neo"/>
                <a:ea typeface="Apple SD Gothic Neo"/>
                <a:cs typeface="Apple SD Gothic Neo"/>
              </a:defRPr>
            </a:lvl3pPr>
            <a:lvl4pPr>
              <a:defRPr sz="1500" b="0">
                <a:solidFill>
                  <a:srgbClr val="526A77"/>
                </a:solidFill>
                <a:latin typeface="Apple SD Gothic Neo"/>
                <a:ea typeface="Apple SD Gothic Neo"/>
                <a:cs typeface="Apple SD Gothic Neo"/>
              </a:defRPr>
            </a:lvl4pPr>
            <a:lvl5pPr>
              <a:defRPr sz="1500" b="0">
                <a:solidFill>
                  <a:srgbClr val="526A77"/>
                </a:solidFill>
                <a:latin typeface="Apple SD Gothic Neo"/>
                <a:ea typeface="Apple SD Gothic Neo"/>
                <a:cs typeface="Apple SD Gothic Neo"/>
              </a:defRPr>
            </a:lvl5pPr>
            <a:lvl6pPr>
              <a:defRPr sz="1500" b="0">
                <a:solidFill>
                  <a:srgbClr val="526A77"/>
                </a:solidFill>
                <a:latin typeface="Apple SD Gothic Neo"/>
                <a:ea typeface="Apple SD Gothic Neo"/>
                <a:cs typeface="Apple SD Gothic Neo"/>
              </a:defRPr>
            </a:lvl6pPr>
            <a:lvl7pPr>
              <a:defRPr sz="1500" b="0">
                <a:solidFill>
                  <a:srgbClr val="526A77"/>
                </a:solidFill>
                <a:latin typeface="Apple SD Gothic Neo"/>
                <a:ea typeface="Apple SD Gothic Neo"/>
                <a:cs typeface="Apple SD Gothic Neo"/>
              </a:defRPr>
            </a:lvl7pPr>
            <a:lvl8pPr>
              <a:defRPr sz="1500" b="0">
                <a:solidFill>
                  <a:srgbClr val="526A77"/>
                </a:solidFill>
                <a:latin typeface="Apple SD Gothic Neo"/>
                <a:ea typeface="Apple SD Gothic Neo"/>
                <a:cs typeface="Apple SD Gothic Neo"/>
              </a:defRPr>
            </a:lvl8pPr>
            <a:lvl9pPr>
              <a:defRPr sz="1500" b="0">
                <a:solidFill>
                  <a:srgbClr val="526A77"/>
                </a:solidFill>
                <a:latin typeface="Apple SD Gothic Neo"/>
                <a:ea typeface="Apple SD Gothic Neo"/>
                <a:cs typeface="Apple SD Gothic Neo"/>
              </a:defRPr>
            </a:lvl9pPr>
          </a:lstStyle>
          <a:p xmlns:a="http://schemas.openxmlformats.org/drawingml/2006/main">
            <a:pPr>
              <a:defRPr sz="1500" b="0">
                <a:solidFill>
                  <a:srgbClr val="526A77"/>
                </a:solidFill>
                <a:latin typeface="Apple SD Gothic Neo"/>
                <a:ea typeface="Apple SD Gothic Neo"/>
                <a:cs typeface="Apple SD Gothic Neo"/>
              </a:defRPr>
            </a:pPr>
            <a:r>
              <a:rPr sz="1500" b="0">
                <a:solidFill>
                  <a:srgbClr val="526A77"/>
                </a:solidFill>
                <a:latin typeface="Apple SD Gothic Neo"/>
                <a:ea typeface="Apple SD Gothic Neo"/>
                <a:cs typeface="Apple SD Gothic Neo"/>
              </a:rPr>
              <a:t>S4 12턴 고정 이력·chat 경로 고정, HTTP/SSE 각각 5문항. 토큰 절감은 입증하지 못했습니다.</a:t>
            </a:r>
          </a:p>
        </p:txBody>
      </p:sp>
    </p:spTree>
    <p:extLst>
      <p:ext uri="{BB962C8B-B14F-4D97-AF65-F5344CB8AC3E}">
        <p14:creationId xmlns:p14="http://schemas.microsoft.com/office/powerpoint/2010/main" val="912723941"/>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017C0C9-B867-4A53-B594-8D885A321E04}"/>
              </a:ext>
            </a:extLst>
          </p:cNvPr>
          <p:cNvSpPr>
            <a:spLocks xmlns:a="http://schemas.openxmlformats.org/drawingml/2006/main" noGrp="1"/>
          </p:cNvSpPr>
          <p:nvPr/>
        </p:nvSpPr>
        <p:spPr>
          <a:xfrm xmlns:a="http://schemas.openxmlformats.org/drawingml/2006/main">
            <a:off x="609600" y="32385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087D69"/>
                </a:solidFill>
                <a:latin typeface="Apple SD Gothic Neo"/>
                <a:ea typeface="Apple SD Gothic Neo"/>
                <a:cs typeface="Apple SD Gothic Neo"/>
              </a:defRPr>
            </a:defPPr>
            <a:lvl1pPr>
              <a:defRPr sz="1425" b="1">
                <a:solidFill>
                  <a:srgbClr val="087D69"/>
                </a:solidFill>
                <a:latin typeface="Apple SD Gothic Neo"/>
                <a:ea typeface="Apple SD Gothic Neo"/>
                <a:cs typeface="Apple SD Gothic Neo"/>
              </a:defRPr>
            </a:lvl1pPr>
            <a:lvl2pPr>
              <a:defRPr sz="1425" b="1">
                <a:solidFill>
                  <a:srgbClr val="087D69"/>
                </a:solidFill>
                <a:latin typeface="Apple SD Gothic Neo"/>
                <a:ea typeface="Apple SD Gothic Neo"/>
                <a:cs typeface="Apple SD Gothic Neo"/>
              </a:defRPr>
            </a:lvl2pPr>
            <a:lvl3pPr>
              <a:defRPr sz="1425" b="1">
                <a:solidFill>
                  <a:srgbClr val="087D69"/>
                </a:solidFill>
                <a:latin typeface="Apple SD Gothic Neo"/>
                <a:ea typeface="Apple SD Gothic Neo"/>
                <a:cs typeface="Apple SD Gothic Neo"/>
              </a:defRPr>
            </a:lvl3pPr>
            <a:lvl4pPr>
              <a:defRPr sz="1425" b="1">
                <a:solidFill>
                  <a:srgbClr val="087D69"/>
                </a:solidFill>
                <a:latin typeface="Apple SD Gothic Neo"/>
                <a:ea typeface="Apple SD Gothic Neo"/>
                <a:cs typeface="Apple SD Gothic Neo"/>
              </a:defRPr>
            </a:lvl4pPr>
            <a:lvl5pPr>
              <a:defRPr sz="1425" b="1">
                <a:solidFill>
                  <a:srgbClr val="087D69"/>
                </a:solidFill>
                <a:latin typeface="Apple SD Gothic Neo"/>
                <a:ea typeface="Apple SD Gothic Neo"/>
                <a:cs typeface="Apple SD Gothic Neo"/>
              </a:defRPr>
            </a:lvl5pPr>
            <a:lvl6pPr>
              <a:defRPr sz="1425" b="1">
                <a:solidFill>
                  <a:srgbClr val="087D69"/>
                </a:solidFill>
                <a:latin typeface="Apple SD Gothic Neo"/>
                <a:ea typeface="Apple SD Gothic Neo"/>
                <a:cs typeface="Apple SD Gothic Neo"/>
              </a:defRPr>
            </a:lvl6pPr>
            <a:lvl7pPr>
              <a:defRPr sz="1425" b="1">
                <a:solidFill>
                  <a:srgbClr val="087D69"/>
                </a:solidFill>
                <a:latin typeface="Apple SD Gothic Neo"/>
                <a:ea typeface="Apple SD Gothic Neo"/>
                <a:cs typeface="Apple SD Gothic Neo"/>
              </a:defRPr>
            </a:lvl7pPr>
            <a:lvl8pPr>
              <a:defRPr sz="1425" b="1">
                <a:solidFill>
                  <a:srgbClr val="087D69"/>
                </a:solidFill>
                <a:latin typeface="Apple SD Gothic Neo"/>
                <a:ea typeface="Apple SD Gothic Neo"/>
                <a:cs typeface="Apple SD Gothic Neo"/>
              </a:defRPr>
            </a:lvl8pPr>
            <a:lvl9pPr>
              <a:defRPr sz="1425" b="1">
                <a:solidFill>
                  <a:srgbClr val="087D69"/>
                </a:solidFill>
                <a:latin typeface="Apple SD Gothic Neo"/>
                <a:ea typeface="Apple SD Gothic Neo"/>
                <a:cs typeface="Apple SD Gothic Neo"/>
              </a:defRPr>
            </a:lvl9pPr>
          </a:lstStyle>
          <a:p xmlns:a="http://schemas.openxmlformats.org/drawingml/2006/main">
            <a:pPr>
              <a:defRPr sz="1425" b="1">
                <a:solidFill>
                  <a:srgbClr val="087D69"/>
                </a:solidFill>
                <a:latin typeface="Apple SD Gothic Neo"/>
                <a:ea typeface="Apple SD Gothic Neo"/>
                <a:cs typeface="Apple SD Gothic Neo"/>
              </a:defRPr>
            </a:pPr>
            <a:r>
              <a:rPr sz="1425" b="1">
                <a:solidFill>
                  <a:srgbClr val="087D69"/>
                </a:solidFill>
                <a:latin typeface="Apple SD Gothic Neo"/>
                <a:ea typeface="Apple SD Gothic Neo"/>
                <a:cs typeface="Apple SD Gothic Neo"/>
              </a:rPr>
              <a:t>S5 · 과제 #6</a:t>
            </a:r>
          </a:p>
        </p:txBody>
      </p:sp>
      <p:sp>
        <p:nvSpPr>
          <p:cNvPr id="2" name="">
            <a:extLst xmlns:a="http://schemas.openxmlformats.org/drawingml/2006/main">
              <a:ext uri="{FF2B5EF4-FFF2-40B4-BE49-F238E27FC236}">
                <a16:creationId xmlns:a16="http://schemas.microsoft.com/office/drawing/2014/main" id="{19B02DC5-0F3D-4458-8F60-9A765E01F6CD}"/>
              </a:ext>
            </a:extLst>
          </p:cNvPr>
          <p:cNvSpPr>
            <a:spLocks xmlns:a="http://schemas.openxmlformats.org/drawingml/2006/main" noGrp="1"/>
          </p:cNvSpPr>
          <p:nvPr/>
        </p:nvSpPr>
        <p:spPr>
          <a:xfrm xmlns:a="http://schemas.openxmlformats.org/drawingml/2006/main">
            <a:off x="609600" y="83820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75" b="1">
                <a:solidFill>
                  <a:srgbClr val="173343"/>
                </a:solidFill>
                <a:latin typeface="Apple SD Gothic Neo"/>
                <a:ea typeface="Apple SD Gothic Neo"/>
                <a:cs typeface="Apple SD Gothic Neo"/>
              </a:defRPr>
            </a:defPPr>
            <a:lvl1pPr>
              <a:defRPr sz="3375" b="1">
                <a:solidFill>
                  <a:srgbClr val="173343"/>
                </a:solidFill>
                <a:latin typeface="Apple SD Gothic Neo"/>
                <a:ea typeface="Apple SD Gothic Neo"/>
                <a:cs typeface="Apple SD Gothic Neo"/>
              </a:defRPr>
            </a:lvl1pPr>
            <a:lvl2pPr>
              <a:defRPr sz="3375" b="1">
                <a:solidFill>
                  <a:srgbClr val="173343"/>
                </a:solidFill>
                <a:latin typeface="Apple SD Gothic Neo"/>
                <a:ea typeface="Apple SD Gothic Neo"/>
                <a:cs typeface="Apple SD Gothic Neo"/>
              </a:defRPr>
            </a:lvl2pPr>
            <a:lvl3pPr>
              <a:defRPr sz="3375" b="1">
                <a:solidFill>
                  <a:srgbClr val="173343"/>
                </a:solidFill>
                <a:latin typeface="Apple SD Gothic Neo"/>
                <a:ea typeface="Apple SD Gothic Neo"/>
                <a:cs typeface="Apple SD Gothic Neo"/>
              </a:defRPr>
            </a:lvl3pPr>
            <a:lvl4pPr>
              <a:defRPr sz="3375" b="1">
                <a:solidFill>
                  <a:srgbClr val="173343"/>
                </a:solidFill>
                <a:latin typeface="Apple SD Gothic Neo"/>
                <a:ea typeface="Apple SD Gothic Neo"/>
                <a:cs typeface="Apple SD Gothic Neo"/>
              </a:defRPr>
            </a:lvl4pPr>
            <a:lvl5pPr>
              <a:defRPr sz="3375" b="1">
                <a:solidFill>
                  <a:srgbClr val="173343"/>
                </a:solidFill>
                <a:latin typeface="Apple SD Gothic Neo"/>
                <a:ea typeface="Apple SD Gothic Neo"/>
                <a:cs typeface="Apple SD Gothic Neo"/>
              </a:defRPr>
            </a:lvl5pPr>
            <a:lvl6pPr>
              <a:defRPr sz="3375" b="1">
                <a:solidFill>
                  <a:srgbClr val="173343"/>
                </a:solidFill>
                <a:latin typeface="Apple SD Gothic Neo"/>
                <a:ea typeface="Apple SD Gothic Neo"/>
                <a:cs typeface="Apple SD Gothic Neo"/>
              </a:defRPr>
            </a:lvl6pPr>
            <a:lvl7pPr>
              <a:defRPr sz="3375" b="1">
                <a:solidFill>
                  <a:srgbClr val="173343"/>
                </a:solidFill>
                <a:latin typeface="Apple SD Gothic Neo"/>
                <a:ea typeface="Apple SD Gothic Neo"/>
                <a:cs typeface="Apple SD Gothic Neo"/>
              </a:defRPr>
            </a:lvl7pPr>
            <a:lvl8pPr>
              <a:defRPr sz="3375" b="1">
                <a:solidFill>
                  <a:srgbClr val="173343"/>
                </a:solidFill>
                <a:latin typeface="Apple SD Gothic Neo"/>
                <a:ea typeface="Apple SD Gothic Neo"/>
                <a:cs typeface="Apple SD Gothic Neo"/>
              </a:defRPr>
            </a:lvl8pPr>
            <a:lvl9pPr>
              <a:defRPr sz="3375" b="1">
                <a:solidFill>
                  <a:srgbClr val="173343"/>
                </a:solidFill>
                <a:latin typeface="Apple SD Gothic Neo"/>
                <a:ea typeface="Apple SD Gothic Neo"/>
                <a:cs typeface="Apple SD Gothic Neo"/>
              </a:defRPr>
            </a:lvl9pPr>
          </a:lstStyle>
          <a:p xmlns:a="http://schemas.openxmlformats.org/drawingml/2006/main">
            <a:pPr>
              <a:defRPr sz="3375" b="1">
                <a:solidFill>
                  <a:srgbClr val="173343"/>
                </a:solidFill>
                <a:latin typeface="Apple SD Gothic Neo"/>
                <a:ea typeface="Apple SD Gothic Neo"/>
                <a:cs typeface="Apple SD Gothic Neo"/>
              </a:defRPr>
            </a:pPr>
            <a:r>
              <a:rPr sz="3375" b="1">
                <a:solidFill>
                  <a:srgbClr val="173343"/>
                </a:solidFill>
                <a:latin typeface="Apple SD Gothic Neo"/>
                <a:ea typeface="Apple SD Gothic Neo"/>
                <a:cs typeface="Apple SD Gothic Neo"/>
              </a:rPr>
              <a:t>근거 검사는 코드와 Judge를 분리</a:t>
            </a:r>
          </a:p>
        </p:txBody>
      </p:sp>
      <p:sp>
        <p:nvSpPr>
          <p:cNvPr id="3" name="">
            <a:extLst xmlns:a="http://schemas.openxmlformats.org/drawingml/2006/main">
              <a:ext uri="{FF2B5EF4-FFF2-40B4-BE49-F238E27FC236}">
                <a16:creationId xmlns:a16="http://schemas.microsoft.com/office/drawing/2014/main" id="{AFD9D11F-3485-4CB9-A7E8-21EFA776B849}"/>
              </a:ext>
            </a:extLst>
          </p:cNvPr>
          <p:cNvSpPr>
            <a:spLocks xmlns:a="http://schemas.openxmlformats.org/drawingml/2006/main" noGrp="1"/>
          </p:cNvSpPr>
          <p:nvPr/>
        </p:nvSpPr>
        <p:spPr>
          <a:xfrm xmlns:a="http://schemas.openxmlformats.org/drawingml/2006/main">
            <a:off x="9810750" y="6381750"/>
            <a:ext cx="1809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26A77"/>
                </a:solidFill>
                <a:latin typeface="Apple SD Gothic Neo"/>
                <a:ea typeface="Apple SD Gothic Neo"/>
                <a:cs typeface="Apple SD Gothic Neo"/>
              </a:defRPr>
            </a:defPPr>
            <a:lvl1pPr>
              <a:defRPr sz="1275" b="0">
                <a:solidFill>
                  <a:srgbClr val="526A77"/>
                </a:solidFill>
                <a:latin typeface="Apple SD Gothic Neo"/>
                <a:ea typeface="Apple SD Gothic Neo"/>
                <a:cs typeface="Apple SD Gothic Neo"/>
              </a:defRPr>
            </a:lvl1pPr>
            <a:lvl2pPr>
              <a:defRPr sz="1275" b="0">
                <a:solidFill>
                  <a:srgbClr val="526A77"/>
                </a:solidFill>
                <a:latin typeface="Apple SD Gothic Neo"/>
                <a:ea typeface="Apple SD Gothic Neo"/>
                <a:cs typeface="Apple SD Gothic Neo"/>
              </a:defRPr>
            </a:lvl2pPr>
            <a:lvl3pPr>
              <a:defRPr sz="1275" b="0">
                <a:solidFill>
                  <a:srgbClr val="526A77"/>
                </a:solidFill>
                <a:latin typeface="Apple SD Gothic Neo"/>
                <a:ea typeface="Apple SD Gothic Neo"/>
                <a:cs typeface="Apple SD Gothic Neo"/>
              </a:defRPr>
            </a:lvl3pPr>
            <a:lvl4pPr>
              <a:defRPr sz="1275" b="0">
                <a:solidFill>
                  <a:srgbClr val="526A77"/>
                </a:solidFill>
                <a:latin typeface="Apple SD Gothic Neo"/>
                <a:ea typeface="Apple SD Gothic Neo"/>
                <a:cs typeface="Apple SD Gothic Neo"/>
              </a:defRPr>
            </a:lvl4pPr>
            <a:lvl5pPr>
              <a:defRPr sz="1275" b="0">
                <a:solidFill>
                  <a:srgbClr val="526A77"/>
                </a:solidFill>
                <a:latin typeface="Apple SD Gothic Neo"/>
                <a:ea typeface="Apple SD Gothic Neo"/>
                <a:cs typeface="Apple SD Gothic Neo"/>
              </a:defRPr>
            </a:lvl5pPr>
            <a:lvl6pPr>
              <a:defRPr sz="1275" b="0">
                <a:solidFill>
                  <a:srgbClr val="526A77"/>
                </a:solidFill>
                <a:latin typeface="Apple SD Gothic Neo"/>
                <a:ea typeface="Apple SD Gothic Neo"/>
                <a:cs typeface="Apple SD Gothic Neo"/>
              </a:defRPr>
            </a:lvl6pPr>
            <a:lvl7pPr>
              <a:defRPr sz="1275" b="0">
                <a:solidFill>
                  <a:srgbClr val="526A77"/>
                </a:solidFill>
                <a:latin typeface="Apple SD Gothic Neo"/>
                <a:ea typeface="Apple SD Gothic Neo"/>
                <a:cs typeface="Apple SD Gothic Neo"/>
              </a:defRPr>
            </a:lvl7pPr>
            <a:lvl8pPr>
              <a:defRPr sz="1275" b="0">
                <a:solidFill>
                  <a:srgbClr val="526A77"/>
                </a:solidFill>
                <a:latin typeface="Apple SD Gothic Neo"/>
                <a:ea typeface="Apple SD Gothic Neo"/>
                <a:cs typeface="Apple SD Gothic Neo"/>
              </a:defRPr>
            </a:lvl8pPr>
            <a:lvl9pPr>
              <a:defRPr sz="1275" b="0">
                <a:solidFill>
                  <a:srgbClr val="526A77"/>
                </a:solidFill>
                <a:latin typeface="Apple SD Gothic Neo"/>
                <a:ea typeface="Apple SD Gothic Neo"/>
                <a:cs typeface="Apple SD Gothic Neo"/>
              </a:defRPr>
            </a:lvl9pPr>
          </a:lstStyle>
          <a:p xmlns:a="http://schemas.openxmlformats.org/drawingml/2006/main">
            <a:pPr>
              <a:defRPr sz="1275" b="0">
                <a:solidFill>
                  <a:srgbClr val="526A77"/>
                </a:solidFill>
                <a:latin typeface="Apple SD Gothic Neo"/>
                <a:ea typeface="Apple SD Gothic Neo"/>
                <a:cs typeface="Apple SD Gothic Neo"/>
              </a:defRPr>
            </a:pPr>
            <a:r>
              <a:rPr sz="1275" b="0">
                <a:solidFill>
                  <a:srgbClr val="526A77"/>
                </a:solidFill>
                <a:latin typeface="Apple SD Gothic Neo"/>
                <a:ea typeface="Apple SD Gothic Neo"/>
                <a:cs typeface="Apple SD Gothic Neo"/>
              </a:rPr>
              <a:t>06  /  발표 본문</a:t>
            </a:r>
          </a:p>
        </p:txBody>
      </p:sp>
      <p:sp>
        <p:nvSpPr>
          <p:cNvPr id="4" name="">
            <a:extLst xmlns:a="http://schemas.openxmlformats.org/drawingml/2006/main">
              <a:ext uri="{FF2B5EF4-FFF2-40B4-BE49-F238E27FC236}">
                <a16:creationId xmlns:a16="http://schemas.microsoft.com/office/drawing/2014/main" id="{9BCF19A8-7106-4417-AAEA-CBFA04500EB3}"/>
              </a:ext>
            </a:extLst>
          </p:cNvPr>
          <p:cNvSpPr>
            <a:spLocks xmlns:a="http://schemas.openxmlformats.org/drawingml/2006/main" noGrp="1"/>
          </p:cNvSpPr>
          <p:nvPr/>
        </p:nvSpPr>
        <p:spPr>
          <a:xfrm xmlns:a="http://schemas.openxmlformats.org/drawingml/2006/main">
            <a:off x="609600" y="2133600"/>
            <a:ext cx="49149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1">
                <a:solidFill>
                  <a:srgbClr val="087D69"/>
                </a:solidFill>
                <a:latin typeface="Apple SD Gothic Neo"/>
                <a:ea typeface="Apple SD Gothic Neo"/>
                <a:cs typeface="Apple SD Gothic Neo"/>
              </a:defRPr>
            </a:defPPr>
            <a:lvl1pPr>
              <a:defRPr sz="2325" b="1">
                <a:solidFill>
                  <a:srgbClr val="087D69"/>
                </a:solidFill>
                <a:latin typeface="Apple SD Gothic Neo"/>
                <a:ea typeface="Apple SD Gothic Neo"/>
                <a:cs typeface="Apple SD Gothic Neo"/>
              </a:defRPr>
            </a:lvl1pPr>
            <a:lvl2pPr>
              <a:defRPr sz="2325" b="1">
                <a:solidFill>
                  <a:srgbClr val="087D69"/>
                </a:solidFill>
                <a:latin typeface="Apple SD Gothic Neo"/>
                <a:ea typeface="Apple SD Gothic Neo"/>
                <a:cs typeface="Apple SD Gothic Neo"/>
              </a:defRPr>
            </a:lvl2pPr>
            <a:lvl3pPr>
              <a:defRPr sz="2325" b="1">
                <a:solidFill>
                  <a:srgbClr val="087D69"/>
                </a:solidFill>
                <a:latin typeface="Apple SD Gothic Neo"/>
                <a:ea typeface="Apple SD Gothic Neo"/>
                <a:cs typeface="Apple SD Gothic Neo"/>
              </a:defRPr>
            </a:lvl3pPr>
            <a:lvl4pPr>
              <a:defRPr sz="2325" b="1">
                <a:solidFill>
                  <a:srgbClr val="087D69"/>
                </a:solidFill>
                <a:latin typeface="Apple SD Gothic Neo"/>
                <a:ea typeface="Apple SD Gothic Neo"/>
                <a:cs typeface="Apple SD Gothic Neo"/>
              </a:defRPr>
            </a:lvl4pPr>
            <a:lvl5pPr>
              <a:defRPr sz="2325" b="1">
                <a:solidFill>
                  <a:srgbClr val="087D69"/>
                </a:solidFill>
                <a:latin typeface="Apple SD Gothic Neo"/>
                <a:ea typeface="Apple SD Gothic Neo"/>
                <a:cs typeface="Apple SD Gothic Neo"/>
              </a:defRPr>
            </a:lvl5pPr>
            <a:lvl6pPr>
              <a:defRPr sz="2325" b="1">
                <a:solidFill>
                  <a:srgbClr val="087D69"/>
                </a:solidFill>
                <a:latin typeface="Apple SD Gothic Neo"/>
                <a:ea typeface="Apple SD Gothic Neo"/>
                <a:cs typeface="Apple SD Gothic Neo"/>
              </a:defRPr>
            </a:lvl6pPr>
            <a:lvl7pPr>
              <a:defRPr sz="2325" b="1">
                <a:solidFill>
                  <a:srgbClr val="087D69"/>
                </a:solidFill>
                <a:latin typeface="Apple SD Gothic Neo"/>
                <a:ea typeface="Apple SD Gothic Neo"/>
                <a:cs typeface="Apple SD Gothic Neo"/>
              </a:defRPr>
            </a:lvl7pPr>
            <a:lvl8pPr>
              <a:defRPr sz="2325" b="1">
                <a:solidFill>
                  <a:srgbClr val="087D69"/>
                </a:solidFill>
                <a:latin typeface="Apple SD Gothic Neo"/>
                <a:ea typeface="Apple SD Gothic Neo"/>
                <a:cs typeface="Apple SD Gothic Neo"/>
              </a:defRPr>
            </a:lvl8pPr>
            <a:lvl9pPr>
              <a:defRPr sz="2325" b="1">
                <a:solidFill>
                  <a:srgbClr val="087D69"/>
                </a:solidFill>
                <a:latin typeface="Apple SD Gothic Neo"/>
                <a:ea typeface="Apple SD Gothic Neo"/>
                <a:cs typeface="Apple SD Gothic Neo"/>
              </a:defRPr>
            </a:lvl9pPr>
          </a:lstStyle>
          <a:p xmlns:a="http://schemas.openxmlformats.org/drawingml/2006/main">
            <a:pPr>
              <a:defRPr sz="2325" b="1">
                <a:solidFill>
                  <a:srgbClr val="087D69"/>
                </a:solidFill>
                <a:latin typeface="Apple SD Gothic Neo"/>
                <a:ea typeface="Apple SD Gothic Neo"/>
                <a:cs typeface="Apple SD Gothic Neo"/>
              </a:defRPr>
            </a:pPr>
            <a:r>
              <a:rPr sz="2325" b="1">
                <a:solidFill>
                  <a:srgbClr val="087D69"/>
                </a:solidFill>
                <a:latin typeface="Apple SD Gothic Neo"/>
                <a:ea typeface="Apple SD Gothic Neo"/>
                <a:cs typeface="Apple SD Gothic Neo"/>
              </a:rPr>
              <a:t>코드 검사</a:t>
            </a:r>
          </a:p>
        </p:txBody>
      </p:sp>
      <p:sp>
        <p:nvSpPr>
          <p:cNvPr id="5" name="">
            <a:extLst xmlns:a="http://schemas.openxmlformats.org/drawingml/2006/main">
              <a:ext uri="{FF2B5EF4-FFF2-40B4-BE49-F238E27FC236}">
                <a16:creationId xmlns:a16="http://schemas.microsoft.com/office/drawing/2014/main" id="{2E1DE542-BBAB-4B1A-B9E9-0D54890B3B1B}"/>
              </a:ext>
            </a:extLst>
          </p:cNvPr>
          <p:cNvSpPr>
            <a:spLocks xmlns:a="http://schemas.openxmlformats.org/drawingml/2006/main" noGrp="1"/>
          </p:cNvSpPr>
          <p:nvPr/>
        </p:nvSpPr>
        <p:spPr>
          <a:xfrm xmlns:a="http://schemas.openxmlformats.org/drawingml/2006/main">
            <a:off x="609600" y="2762250"/>
            <a:ext cx="51054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73343"/>
                </a:solidFill>
                <a:latin typeface="Apple SD Gothic Neo"/>
                <a:ea typeface="Apple SD Gothic Neo"/>
                <a:cs typeface="Apple SD Gothic Neo"/>
              </a:defRPr>
            </a:defPPr>
            <a:lvl1pPr>
              <a:defRPr sz="2175" b="0">
                <a:solidFill>
                  <a:srgbClr val="173343"/>
                </a:solidFill>
                <a:latin typeface="Apple SD Gothic Neo"/>
                <a:ea typeface="Apple SD Gothic Neo"/>
                <a:cs typeface="Apple SD Gothic Neo"/>
              </a:defRPr>
            </a:lvl1pPr>
            <a:lvl2pPr>
              <a:defRPr sz="2175" b="0">
                <a:solidFill>
                  <a:srgbClr val="173343"/>
                </a:solidFill>
                <a:latin typeface="Apple SD Gothic Neo"/>
                <a:ea typeface="Apple SD Gothic Neo"/>
                <a:cs typeface="Apple SD Gothic Neo"/>
              </a:defRPr>
            </a:lvl2pPr>
            <a:lvl3pPr>
              <a:defRPr sz="2175" b="0">
                <a:solidFill>
                  <a:srgbClr val="173343"/>
                </a:solidFill>
                <a:latin typeface="Apple SD Gothic Neo"/>
                <a:ea typeface="Apple SD Gothic Neo"/>
                <a:cs typeface="Apple SD Gothic Neo"/>
              </a:defRPr>
            </a:lvl3pPr>
            <a:lvl4pPr>
              <a:defRPr sz="2175" b="0">
                <a:solidFill>
                  <a:srgbClr val="173343"/>
                </a:solidFill>
                <a:latin typeface="Apple SD Gothic Neo"/>
                <a:ea typeface="Apple SD Gothic Neo"/>
                <a:cs typeface="Apple SD Gothic Neo"/>
              </a:defRPr>
            </a:lvl4pPr>
            <a:lvl5pPr>
              <a:defRPr sz="2175" b="0">
                <a:solidFill>
                  <a:srgbClr val="173343"/>
                </a:solidFill>
                <a:latin typeface="Apple SD Gothic Neo"/>
                <a:ea typeface="Apple SD Gothic Neo"/>
                <a:cs typeface="Apple SD Gothic Neo"/>
              </a:defRPr>
            </a:lvl5pPr>
            <a:lvl6pPr>
              <a:defRPr sz="2175" b="0">
                <a:solidFill>
                  <a:srgbClr val="173343"/>
                </a:solidFill>
                <a:latin typeface="Apple SD Gothic Neo"/>
                <a:ea typeface="Apple SD Gothic Neo"/>
                <a:cs typeface="Apple SD Gothic Neo"/>
              </a:defRPr>
            </a:lvl6pPr>
            <a:lvl7pPr>
              <a:defRPr sz="2175" b="0">
                <a:solidFill>
                  <a:srgbClr val="173343"/>
                </a:solidFill>
                <a:latin typeface="Apple SD Gothic Neo"/>
                <a:ea typeface="Apple SD Gothic Neo"/>
                <a:cs typeface="Apple SD Gothic Neo"/>
              </a:defRPr>
            </a:lvl7pPr>
            <a:lvl8pPr>
              <a:defRPr sz="2175" b="0">
                <a:solidFill>
                  <a:srgbClr val="173343"/>
                </a:solidFill>
                <a:latin typeface="Apple SD Gothic Neo"/>
                <a:ea typeface="Apple SD Gothic Neo"/>
                <a:cs typeface="Apple SD Gothic Neo"/>
              </a:defRPr>
            </a:lvl8pPr>
            <a:lvl9pPr>
              <a:defRPr sz="2175" b="0">
                <a:solidFill>
                  <a:srgbClr val="173343"/>
                </a:solidFill>
                <a:latin typeface="Apple SD Gothic Neo"/>
                <a:ea typeface="Apple SD Gothic Neo"/>
                <a:cs typeface="Apple SD Gothic Neo"/>
              </a:defRPr>
            </a:lvl9pPr>
          </a:lstStyle>
          <a:p xmlns:a="http://schemas.openxmlformats.org/drawingml/2006/main">
            <a:pPr>
              <a:defRPr sz="2175" b="0">
                <a:solidFill>
                  <a:srgbClr val="173343"/>
                </a:solidFill>
                <a:latin typeface="Apple SD Gothic Neo"/>
                <a:ea typeface="Apple SD Gothic Neo"/>
                <a:cs typeface="Apple SD Gothic Neo"/>
              </a:defRPr>
            </a:pPr>
            <a:r>
              <a:rPr sz="2175" b="0">
                <a:solidFill>
                  <a:srgbClr val="173343"/>
                </a:solidFill>
                <a:latin typeface="Apple SD Gothic Neo"/>
                <a:ea typeface="Apple SD Gothic Neo"/>
                <a:cs typeface="Apple SD Gothic Neo"/>
              </a:rPr>
              <a:t>수치·단위·시스템·시각·출처</a:t>
            </a:r>
          </a:p>
          <a:p xmlns:a="http://schemas.openxmlformats.org/drawingml/2006/main">
            <a:pPr>
              <a:defRPr sz="2175" b="0">
                <a:solidFill>
                  <a:srgbClr val="173343"/>
                </a:solidFill>
                <a:latin typeface="Apple SD Gothic Neo"/>
                <a:ea typeface="Apple SD Gothic Neo"/>
                <a:cs typeface="Apple SD Gothic Neo"/>
              </a:defRPr>
            </a:pPr>
            <a:r>
              <a:rPr sz="2175" b="0">
                <a:solidFill>
                  <a:srgbClr val="173343"/>
                </a:solidFill>
                <a:latin typeface="Apple SD Gothic Neo"/>
                <a:ea typeface="Apple SD Gothic Neo"/>
                <a:cs typeface="Apple SD Gothic Neo"/>
              </a:rPr>
              <a:t>대상 정책과 실제 근거를 확인</a:t>
            </a:r>
          </a:p>
        </p:txBody>
      </p:sp>
      <p:sp>
        <p:nvSpPr>
          <p:cNvPr id="6" name="">
            <a:extLst xmlns:a="http://schemas.openxmlformats.org/drawingml/2006/main">
              <a:ext uri="{FF2B5EF4-FFF2-40B4-BE49-F238E27FC236}">
                <a16:creationId xmlns:a16="http://schemas.microsoft.com/office/drawing/2014/main" id="{2BA17060-100F-4892-8D09-EA4B8B0B7ED2}"/>
              </a:ext>
            </a:extLst>
          </p:cNvPr>
          <p:cNvSpPr>
            <a:spLocks xmlns:a="http://schemas.openxmlformats.org/drawingml/2006/main" noGrp="1"/>
          </p:cNvSpPr>
          <p:nvPr/>
        </p:nvSpPr>
        <p:spPr>
          <a:xfrm xmlns:a="http://schemas.openxmlformats.org/drawingml/2006/main">
            <a:off x="6629400" y="2133600"/>
            <a:ext cx="49149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1">
                <a:solidFill>
                  <a:srgbClr val="087D69"/>
                </a:solidFill>
                <a:latin typeface="Apple SD Gothic Neo"/>
                <a:ea typeface="Apple SD Gothic Neo"/>
                <a:cs typeface="Apple SD Gothic Neo"/>
              </a:defRPr>
            </a:defPPr>
            <a:lvl1pPr>
              <a:defRPr sz="2325" b="1">
                <a:solidFill>
                  <a:srgbClr val="087D69"/>
                </a:solidFill>
                <a:latin typeface="Apple SD Gothic Neo"/>
                <a:ea typeface="Apple SD Gothic Neo"/>
                <a:cs typeface="Apple SD Gothic Neo"/>
              </a:defRPr>
            </a:lvl1pPr>
            <a:lvl2pPr>
              <a:defRPr sz="2325" b="1">
                <a:solidFill>
                  <a:srgbClr val="087D69"/>
                </a:solidFill>
                <a:latin typeface="Apple SD Gothic Neo"/>
                <a:ea typeface="Apple SD Gothic Neo"/>
                <a:cs typeface="Apple SD Gothic Neo"/>
              </a:defRPr>
            </a:lvl2pPr>
            <a:lvl3pPr>
              <a:defRPr sz="2325" b="1">
                <a:solidFill>
                  <a:srgbClr val="087D69"/>
                </a:solidFill>
                <a:latin typeface="Apple SD Gothic Neo"/>
                <a:ea typeface="Apple SD Gothic Neo"/>
                <a:cs typeface="Apple SD Gothic Neo"/>
              </a:defRPr>
            </a:lvl3pPr>
            <a:lvl4pPr>
              <a:defRPr sz="2325" b="1">
                <a:solidFill>
                  <a:srgbClr val="087D69"/>
                </a:solidFill>
                <a:latin typeface="Apple SD Gothic Neo"/>
                <a:ea typeface="Apple SD Gothic Neo"/>
                <a:cs typeface="Apple SD Gothic Neo"/>
              </a:defRPr>
            </a:lvl4pPr>
            <a:lvl5pPr>
              <a:defRPr sz="2325" b="1">
                <a:solidFill>
                  <a:srgbClr val="087D69"/>
                </a:solidFill>
                <a:latin typeface="Apple SD Gothic Neo"/>
                <a:ea typeface="Apple SD Gothic Neo"/>
                <a:cs typeface="Apple SD Gothic Neo"/>
              </a:defRPr>
            </a:lvl5pPr>
            <a:lvl6pPr>
              <a:defRPr sz="2325" b="1">
                <a:solidFill>
                  <a:srgbClr val="087D69"/>
                </a:solidFill>
                <a:latin typeface="Apple SD Gothic Neo"/>
                <a:ea typeface="Apple SD Gothic Neo"/>
                <a:cs typeface="Apple SD Gothic Neo"/>
              </a:defRPr>
            </a:lvl6pPr>
            <a:lvl7pPr>
              <a:defRPr sz="2325" b="1">
                <a:solidFill>
                  <a:srgbClr val="087D69"/>
                </a:solidFill>
                <a:latin typeface="Apple SD Gothic Neo"/>
                <a:ea typeface="Apple SD Gothic Neo"/>
                <a:cs typeface="Apple SD Gothic Neo"/>
              </a:defRPr>
            </a:lvl7pPr>
            <a:lvl8pPr>
              <a:defRPr sz="2325" b="1">
                <a:solidFill>
                  <a:srgbClr val="087D69"/>
                </a:solidFill>
                <a:latin typeface="Apple SD Gothic Neo"/>
                <a:ea typeface="Apple SD Gothic Neo"/>
                <a:cs typeface="Apple SD Gothic Neo"/>
              </a:defRPr>
            </a:lvl8pPr>
            <a:lvl9pPr>
              <a:defRPr sz="2325" b="1">
                <a:solidFill>
                  <a:srgbClr val="087D69"/>
                </a:solidFill>
                <a:latin typeface="Apple SD Gothic Neo"/>
                <a:ea typeface="Apple SD Gothic Neo"/>
                <a:cs typeface="Apple SD Gothic Neo"/>
              </a:defRPr>
            </a:lvl9pPr>
          </a:lstStyle>
          <a:p xmlns:a="http://schemas.openxmlformats.org/drawingml/2006/main">
            <a:pPr>
              <a:defRPr sz="2325" b="1">
                <a:solidFill>
                  <a:srgbClr val="087D69"/>
                </a:solidFill>
                <a:latin typeface="Apple SD Gothic Neo"/>
                <a:ea typeface="Apple SD Gothic Neo"/>
                <a:cs typeface="Apple SD Gothic Neo"/>
              </a:defRPr>
            </a:pPr>
            <a:r>
              <a:rPr sz="2325" b="1">
                <a:solidFill>
                  <a:srgbClr val="087D69"/>
                </a:solidFill>
                <a:latin typeface="Apple SD Gothic Neo"/>
                <a:ea typeface="Apple SD Gothic Neo"/>
                <a:cs typeface="Apple SD Gothic Neo"/>
              </a:rPr>
              <a:t>오프라인 LLM Judge</a:t>
            </a:r>
          </a:p>
        </p:txBody>
      </p:sp>
      <p:sp>
        <p:nvSpPr>
          <p:cNvPr id="7" name="">
            <a:extLst xmlns:a="http://schemas.openxmlformats.org/drawingml/2006/main">
              <a:ext uri="{FF2B5EF4-FFF2-40B4-BE49-F238E27FC236}">
                <a16:creationId xmlns:a16="http://schemas.microsoft.com/office/drawing/2014/main" id="{D07355D7-2653-4EFA-BAD1-46605A05E698}"/>
              </a:ext>
            </a:extLst>
          </p:cNvPr>
          <p:cNvSpPr>
            <a:spLocks xmlns:a="http://schemas.openxmlformats.org/drawingml/2006/main" noGrp="1"/>
          </p:cNvSpPr>
          <p:nvPr/>
        </p:nvSpPr>
        <p:spPr>
          <a:xfrm xmlns:a="http://schemas.openxmlformats.org/drawingml/2006/main">
            <a:off x="6629400" y="2762250"/>
            <a:ext cx="49149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73343"/>
                </a:solidFill>
                <a:latin typeface="Apple SD Gothic Neo"/>
                <a:ea typeface="Apple SD Gothic Neo"/>
                <a:cs typeface="Apple SD Gothic Neo"/>
              </a:defRPr>
            </a:defPPr>
            <a:lvl1pPr>
              <a:defRPr sz="2175" b="0">
                <a:solidFill>
                  <a:srgbClr val="173343"/>
                </a:solidFill>
                <a:latin typeface="Apple SD Gothic Neo"/>
                <a:ea typeface="Apple SD Gothic Neo"/>
                <a:cs typeface="Apple SD Gothic Neo"/>
              </a:defRPr>
            </a:lvl1pPr>
            <a:lvl2pPr>
              <a:defRPr sz="2175" b="0">
                <a:solidFill>
                  <a:srgbClr val="173343"/>
                </a:solidFill>
                <a:latin typeface="Apple SD Gothic Neo"/>
                <a:ea typeface="Apple SD Gothic Neo"/>
                <a:cs typeface="Apple SD Gothic Neo"/>
              </a:defRPr>
            </a:lvl2pPr>
            <a:lvl3pPr>
              <a:defRPr sz="2175" b="0">
                <a:solidFill>
                  <a:srgbClr val="173343"/>
                </a:solidFill>
                <a:latin typeface="Apple SD Gothic Neo"/>
                <a:ea typeface="Apple SD Gothic Neo"/>
                <a:cs typeface="Apple SD Gothic Neo"/>
              </a:defRPr>
            </a:lvl3pPr>
            <a:lvl4pPr>
              <a:defRPr sz="2175" b="0">
                <a:solidFill>
                  <a:srgbClr val="173343"/>
                </a:solidFill>
                <a:latin typeface="Apple SD Gothic Neo"/>
                <a:ea typeface="Apple SD Gothic Neo"/>
                <a:cs typeface="Apple SD Gothic Neo"/>
              </a:defRPr>
            </a:lvl4pPr>
            <a:lvl5pPr>
              <a:defRPr sz="2175" b="0">
                <a:solidFill>
                  <a:srgbClr val="173343"/>
                </a:solidFill>
                <a:latin typeface="Apple SD Gothic Neo"/>
                <a:ea typeface="Apple SD Gothic Neo"/>
                <a:cs typeface="Apple SD Gothic Neo"/>
              </a:defRPr>
            </a:lvl5pPr>
            <a:lvl6pPr>
              <a:defRPr sz="2175" b="0">
                <a:solidFill>
                  <a:srgbClr val="173343"/>
                </a:solidFill>
                <a:latin typeface="Apple SD Gothic Neo"/>
                <a:ea typeface="Apple SD Gothic Neo"/>
                <a:cs typeface="Apple SD Gothic Neo"/>
              </a:defRPr>
            </a:lvl6pPr>
            <a:lvl7pPr>
              <a:defRPr sz="2175" b="0">
                <a:solidFill>
                  <a:srgbClr val="173343"/>
                </a:solidFill>
                <a:latin typeface="Apple SD Gothic Neo"/>
                <a:ea typeface="Apple SD Gothic Neo"/>
                <a:cs typeface="Apple SD Gothic Neo"/>
              </a:defRPr>
            </a:lvl7pPr>
            <a:lvl8pPr>
              <a:defRPr sz="2175" b="0">
                <a:solidFill>
                  <a:srgbClr val="173343"/>
                </a:solidFill>
                <a:latin typeface="Apple SD Gothic Neo"/>
                <a:ea typeface="Apple SD Gothic Neo"/>
                <a:cs typeface="Apple SD Gothic Neo"/>
              </a:defRPr>
            </a:lvl8pPr>
            <a:lvl9pPr>
              <a:defRPr sz="2175" b="0">
                <a:solidFill>
                  <a:srgbClr val="173343"/>
                </a:solidFill>
                <a:latin typeface="Apple SD Gothic Neo"/>
                <a:ea typeface="Apple SD Gothic Neo"/>
                <a:cs typeface="Apple SD Gothic Neo"/>
              </a:defRPr>
            </a:lvl9pPr>
          </a:lstStyle>
          <a:p xmlns:a="http://schemas.openxmlformats.org/drawingml/2006/main">
            <a:pPr>
              <a:defRPr sz="2175" b="0">
                <a:solidFill>
                  <a:srgbClr val="173343"/>
                </a:solidFill>
                <a:latin typeface="Apple SD Gothic Neo"/>
                <a:ea typeface="Apple SD Gothic Neo"/>
                <a:cs typeface="Apple SD Gothic Neo"/>
              </a:defRPr>
            </a:pPr>
            <a:r>
              <a:rPr sz="2175" b="0">
                <a:solidFill>
                  <a:srgbClr val="173343"/>
                </a:solidFill>
                <a:latin typeface="Apple SD Gothic Neo"/>
                <a:ea typeface="Apple SD Gothic Neo"/>
                <a:cs typeface="Apple SD Gothic Neo"/>
              </a:rPr>
              <a:t>해석·충실성을 rubric으로 평가</a:t>
            </a:r>
          </a:p>
          <a:p xmlns:a="http://schemas.openxmlformats.org/drawingml/2006/main">
            <a:pPr>
              <a:defRPr sz="2175" b="0">
                <a:solidFill>
                  <a:srgbClr val="173343"/>
                </a:solidFill>
                <a:latin typeface="Apple SD Gothic Neo"/>
                <a:ea typeface="Apple SD Gothic Neo"/>
                <a:cs typeface="Apple SD Gothic Neo"/>
              </a:defRPr>
            </a:pPr>
            <a:r>
              <a:rPr sz="2175" b="0">
                <a:solidFill>
                  <a:srgbClr val="173343"/>
                </a:solidFill>
                <a:latin typeface="Apple SD Gothic Neo"/>
                <a:ea typeface="Apple SD Gothic Neo"/>
                <a:cs typeface="Apple SD Gothic Neo"/>
              </a:rPr>
              <a:t>사용자 응답 경로와 분리</a:t>
            </a:r>
          </a:p>
        </p:txBody>
      </p:sp>
      <p:sp>
        <p:nvSpPr>
          <p:cNvPr id="8" name="">
            <a:extLst xmlns:a="http://schemas.openxmlformats.org/drawingml/2006/main">
              <a:ext uri="{FF2B5EF4-FFF2-40B4-BE49-F238E27FC236}">
                <a16:creationId xmlns:a16="http://schemas.microsoft.com/office/drawing/2014/main" id="{9429D50F-621C-4D6D-852E-263BDD2FC95E}"/>
              </a:ext>
            </a:extLst>
          </p:cNvPr>
          <p:cNvSpPr>
            <a:spLocks xmlns:a="http://schemas.openxmlformats.org/drawingml/2006/main" noGrp="1"/>
          </p:cNvSpPr>
          <p:nvPr/>
        </p:nvSpPr>
        <p:spPr>
          <a:xfrm xmlns:a="http://schemas.openxmlformats.org/drawingml/2006/main">
            <a:off x="609600" y="4210050"/>
            <a:ext cx="109061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700" b="1">
                <a:solidFill>
                  <a:srgbClr val="173343"/>
                </a:solidFill>
                <a:latin typeface="Apple SD Gothic Neo"/>
                <a:ea typeface="Apple SD Gothic Neo"/>
                <a:cs typeface="Apple SD Gothic Neo"/>
              </a:defRPr>
            </a:defPPr>
            <a:lvl1pPr>
              <a:defRPr sz="2700" b="1">
                <a:solidFill>
                  <a:srgbClr val="173343"/>
                </a:solidFill>
                <a:latin typeface="Apple SD Gothic Neo"/>
                <a:ea typeface="Apple SD Gothic Neo"/>
                <a:cs typeface="Apple SD Gothic Neo"/>
              </a:defRPr>
            </a:lvl1pPr>
            <a:lvl2pPr>
              <a:defRPr sz="2700" b="1">
                <a:solidFill>
                  <a:srgbClr val="173343"/>
                </a:solidFill>
                <a:latin typeface="Apple SD Gothic Neo"/>
                <a:ea typeface="Apple SD Gothic Neo"/>
                <a:cs typeface="Apple SD Gothic Neo"/>
              </a:defRPr>
            </a:lvl2pPr>
            <a:lvl3pPr>
              <a:defRPr sz="2700" b="1">
                <a:solidFill>
                  <a:srgbClr val="173343"/>
                </a:solidFill>
                <a:latin typeface="Apple SD Gothic Neo"/>
                <a:ea typeface="Apple SD Gothic Neo"/>
                <a:cs typeface="Apple SD Gothic Neo"/>
              </a:defRPr>
            </a:lvl3pPr>
            <a:lvl4pPr>
              <a:defRPr sz="2700" b="1">
                <a:solidFill>
                  <a:srgbClr val="173343"/>
                </a:solidFill>
                <a:latin typeface="Apple SD Gothic Neo"/>
                <a:ea typeface="Apple SD Gothic Neo"/>
                <a:cs typeface="Apple SD Gothic Neo"/>
              </a:defRPr>
            </a:lvl4pPr>
            <a:lvl5pPr>
              <a:defRPr sz="2700" b="1">
                <a:solidFill>
                  <a:srgbClr val="173343"/>
                </a:solidFill>
                <a:latin typeface="Apple SD Gothic Neo"/>
                <a:ea typeface="Apple SD Gothic Neo"/>
                <a:cs typeface="Apple SD Gothic Neo"/>
              </a:defRPr>
            </a:lvl5pPr>
            <a:lvl6pPr>
              <a:defRPr sz="2700" b="1">
                <a:solidFill>
                  <a:srgbClr val="173343"/>
                </a:solidFill>
                <a:latin typeface="Apple SD Gothic Neo"/>
                <a:ea typeface="Apple SD Gothic Neo"/>
                <a:cs typeface="Apple SD Gothic Neo"/>
              </a:defRPr>
            </a:lvl6pPr>
            <a:lvl7pPr>
              <a:defRPr sz="2700" b="1">
                <a:solidFill>
                  <a:srgbClr val="173343"/>
                </a:solidFill>
                <a:latin typeface="Apple SD Gothic Neo"/>
                <a:ea typeface="Apple SD Gothic Neo"/>
                <a:cs typeface="Apple SD Gothic Neo"/>
              </a:defRPr>
            </a:lvl7pPr>
            <a:lvl8pPr>
              <a:defRPr sz="2700" b="1">
                <a:solidFill>
                  <a:srgbClr val="173343"/>
                </a:solidFill>
                <a:latin typeface="Apple SD Gothic Neo"/>
                <a:ea typeface="Apple SD Gothic Neo"/>
                <a:cs typeface="Apple SD Gothic Neo"/>
              </a:defRPr>
            </a:lvl8pPr>
            <a:lvl9pPr>
              <a:defRPr sz="2700" b="1">
                <a:solidFill>
                  <a:srgbClr val="173343"/>
                </a:solidFill>
                <a:latin typeface="Apple SD Gothic Neo"/>
                <a:ea typeface="Apple SD Gothic Neo"/>
                <a:cs typeface="Apple SD Gothic Neo"/>
              </a:defRPr>
            </a:lvl9pPr>
          </a:lstStyle>
          <a:p xmlns:a="http://schemas.openxmlformats.org/drawingml/2006/main">
            <a:pPr>
              <a:defRPr sz="2700" b="1">
                <a:solidFill>
                  <a:srgbClr val="173343"/>
                </a:solidFill>
                <a:latin typeface="Apple SD Gothic Neo"/>
                <a:ea typeface="Apple SD Gothic Neo"/>
                <a:cs typeface="Apple SD Gothic Neo"/>
              </a:defRPr>
            </a:pPr>
            <a:r>
              <a:rPr sz="2700" b="1">
                <a:solidFill>
                  <a:srgbClr val="173343"/>
                </a:solidFill>
                <a:latin typeface="Apple SD Gothic Neo"/>
                <a:ea typeface="Apple SD Gothic Neo"/>
                <a:cs typeface="Apple SD Gothic Neo"/>
              </a:rPr>
              <a:t>39행 중 38 채점 · 1행은 계측 불일치로 제외</a:t>
            </a:r>
          </a:p>
        </p:txBody>
      </p:sp>
      <p:sp>
        <p:nvSpPr>
          <p:cNvPr id="9" name="">
            <a:extLst xmlns:a="http://schemas.openxmlformats.org/drawingml/2006/main">
              <a:ext uri="{FF2B5EF4-FFF2-40B4-BE49-F238E27FC236}">
                <a16:creationId xmlns:a16="http://schemas.microsoft.com/office/drawing/2014/main" id="{7F8B7D13-57EE-476A-AD99-E3DF61F5ED3D}"/>
              </a:ext>
            </a:extLst>
          </p:cNvPr>
          <p:cNvSpPr>
            <a:spLocks xmlns:a="http://schemas.openxmlformats.org/drawingml/2006/main" noGrp="1"/>
          </p:cNvSpPr>
          <p:nvPr/>
        </p:nvSpPr>
        <p:spPr>
          <a:xfrm xmlns:a="http://schemas.openxmlformats.org/drawingml/2006/main">
            <a:off x="609600" y="5029200"/>
            <a:ext cx="1095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B25546"/>
                </a:solidFill>
                <a:latin typeface="Apple SD Gothic Neo"/>
                <a:ea typeface="Apple SD Gothic Neo"/>
                <a:cs typeface="Apple SD Gothic Neo"/>
              </a:defRPr>
            </a:defPPr>
            <a:lvl1pPr>
              <a:defRPr sz="2175" b="1">
                <a:solidFill>
                  <a:srgbClr val="B25546"/>
                </a:solidFill>
                <a:latin typeface="Apple SD Gothic Neo"/>
                <a:ea typeface="Apple SD Gothic Neo"/>
                <a:cs typeface="Apple SD Gothic Neo"/>
              </a:defRPr>
            </a:lvl1pPr>
            <a:lvl2pPr>
              <a:defRPr sz="2175" b="1">
                <a:solidFill>
                  <a:srgbClr val="B25546"/>
                </a:solidFill>
                <a:latin typeface="Apple SD Gothic Neo"/>
                <a:ea typeface="Apple SD Gothic Neo"/>
                <a:cs typeface="Apple SD Gothic Neo"/>
              </a:defRPr>
            </a:lvl2pPr>
            <a:lvl3pPr>
              <a:defRPr sz="2175" b="1">
                <a:solidFill>
                  <a:srgbClr val="B25546"/>
                </a:solidFill>
                <a:latin typeface="Apple SD Gothic Neo"/>
                <a:ea typeface="Apple SD Gothic Neo"/>
                <a:cs typeface="Apple SD Gothic Neo"/>
              </a:defRPr>
            </a:lvl3pPr>
            <a:lvl4pPr>
              <a:defRPr sz="2175" b="1">
                <a:solidFill>
                  <a:srgbClr val="B25546"/>
                </a:solidFill>
                <a:latin typeface="Apple SD Gothic Neo"/>
                <a:ea typeface="Apple SD Gothic Neo"/>
                <a:cs typeface="Apple SD Gothic Neo"/>
              </a:defRPr>
            </a:lvl4pPr>
            <a:lvl5pPr>
              <a:defRPr sz="2175" b="1">
                <a:solidFill>
                  <a:srgbClr val="B25546"/>
                </a:solidFill>
                <a:latin typeface="Apple SD Gothic Neo"/>
                <a:ea typeface="Apple SD Gothic Neo"/>
                <a:cs typeface="Apple SD Gothic Neo"/>
              </a:defRPr>
            </a:lvl5pPr>
            <a:lvl6pPr>
              <a:defRPr sz="2175" b="1">
                <a:solidFill>
                  <a:srgbClr val="B25546"/>
                </a:solidFill>
                <a:latin typeface="Apple SD Gothic Neo"/>
                <a:ea typeface="Apple SD Gothic Neo"/>
                <a:cs typeface="Apple SD Gothic Neo"/>
              </a:defRPr>
            </a:lvl6pPr>
            <a:lvl7pPr>
              <a:defRPr sz="2175" b="1">
                <a:solidFill>
                  <a:srgbClr val="B25546"/>
                </a:solidFill>
                <a:latin typeface="Apple SD Gothic Neo"/>
                <a:ea typeface="Apple SD Gothic Neo"/>
                <a:cs typeface="Apple SD Gothic Neo"/>
              </a:defRPr>
            </a:lvl7pPr>
            <a:lvl8pPr>
              <a:defRPr sz="2175" b="1">
                <a:solidFill>
                  <a:srgbClr val="B25546"/>
                </a:solidFill>
                <a:latin typeface="Apple SD Gothic Neo"/>
                <a:ea typeface="Apple SD Gothic Neo"/>
                <a:cs typeface="Apple SD Gothic Neo"/>
              </a:defRPr>
            </a:lvl8pPr>
            <a:lvl9pPr>
              <a:defRPr sz="2175" b="1">
                <a:solidFill>
                  <a:srgbClr val="B25546"/>
                </a:solidFill>
                <a:latin typeface="Apple SD Gothic Neo"/>
                <a:ea typeface="Apple SD Gothic Neo"/>
                <a:cs typeface="Apple SD Gothic Neo"/>
              </a:defRPr>
            </a:lvl9pPr>
          </a:lstStyle>
          <a:p xmlns:a="http://schemas.openxmlformats.org/drawingml/2006/main">
            <a:pPr>
              <a:defRPr sz="2175" b="1">
                <a:solidFill>
                  <a:srgbClr val="B25546"/>
                </a:solidFill>
                <a:latin typeface="Apple SD Gothic Neo"/>
                <a:ea typeface="Apple SD Gothic Neo"/>
                <a:cs typeface="Apple SD Gothic Neo"/>
              </a:defRPr>
            </a:pPr>
            <a:r>
              <a:rPr sz="2175" b="1">
                <a:solidFill>
                  <a:srgbClr val="B25546"/>
                </a:solidFill>
                <a:latin typeface="Apple SD Gothic Neo"/>
                <a:ea typeface="Apple SD Gothic Neo"/>
                <a:cs typeface="Apple SD Gothic Neo"/>
              </a:rPr>
              <a:t>CPU 점수는 모든 단계 4/4 → 점수만으로 개선 판정 불가</a:t>
            </a:r>
          </a:p>
        </p:txBody>
      </p:sp>
      <p:sp>
        <p:nvSpPr>
          <p:cNvPr id="10" name="">
            <a:extLst xmlns:a="http://schemas.openxmlformats.org/drawingml/2006/main">
              <a:ext uri="{FF2B5EF4-FFF2-40B4-BE49-F238E27FC236}">
                <a16:creationId xmlns:a16="http://schemas.microsoft.com/office/drawing/2014/main" id="{537BCD98-F3C9-4A7D-A5B8-26D63B34F50F}"/>
              </a:ext>
            </a:extLst>
          </p:cNvPr>
          <p:cNvSpPr>
            <a:spLocks xmlns:a="http://schemas.openxmlformats.org/drawingml/2006/main" noGrp="1"/>
          </p:cNvSpPr>
          <p:nvPr/>
        </p:nvSpPr>
        <p:spPr>
          <a:xfrm xmlns:a="http://schemas.openxmlformats.org/drawingml/2006/main">
            <a:off x="609600" y="5772150"/>
            <a:ext cx="10953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526A77"/>
                </a:solidFill>
                <a:latin typeface="Apple SD Gothic Neo"/>
                <a:ea typeface="Apple SD Gothic Neo"/>
                <a:cs typeface="Apple SD Gothic Neo"/>
              </a:defRPr>
            </a:defPPr>
            <a:lvl1pPr>
              <a:defRPr sz="1500" b="0">
                <a:solidFill>
                  <a:srgbClr val="526A77"/>
                </a:solidFill>
                <a:latin typeface="Apple SD Gothic Neo"/>
                <a:ea typeface="Apple SD Gothic Neo"/>
                <a:cs typeface="Apple SD Gothic Neo"/>
              </a:defRPr>
            </a:lvl1pPr>
            <a:lvl2pPr>
              <a:defRPr sz="1500" b="0">
                <a:solidFill>
                  <a:srgbClr val="526A77"/>
                </a:solidFill>
                <a:latin typeface="Apple SD Gothic Neo"/>
                <a:ea typeface="Apple SD Gothic Neo"/>
                <a:cs typeface="Apple SD Gothic Neo"/>
              </a:defRPr>
            </a:lvl2pPr>
            <a:lvl3pPr>
              <a:defRPr sz="1500" b="0">
                <a:solidFill>
                  <a:srgbClr val="526A77"/>
                </a:solidFill>
                <a:latin typeface="Apple SD Gothic Neo"/>
                <a:ea typeface="Apple SD Gothic Neo"/>
                <a:cs typeface="Apple SD Gothic Neo"/>
              </a:defRPr>
            </a:lvl3pPr>
            <a:lvl4pPr>
              <a:defRPr sz="1500" b="0">
                <a:solidFill>
                  <a:srgbClr val="526A77"/>
                </a:solidFill>
                <a:latin typeface="Apple SD Gothic Neo"/>
                <a:ea typeface="Apple SD Gothic Neo"/>
                <a:cs typeface="Apple SD Gothic Neo"/>
              </a:defRPr>
            </a:lvl4pPr>
            <a:lvl5pPr>
              <a:defRPr sz="1500" b="0">
                <a:solidFill>
                  <a:srgbClr val="526A77"/>
                </a:solidFill>
                <a:latin typeface="Apple SD Gothic Neo"/>
                <a:ea typeface="Apple SD Gothic Neo"/>
                <a:cs typeface="Apple SD Gothic Neo"/>
              </a:defRPr>
            </a:lvl5pPr>
            <a:lvl6pPr>
              <a:defRPr sz="1500" b="0">
                <a:solidFill>
                  <a:srgbClr val="526A77"/>
                </a:solidFill>
                <a:latin typeface="Apple SD Gothic Neo"/>
                <a:ea typeface="Apple SD Gothic Neo"/>
                <a:cs typeface="Apple SD Gothic Neo"/>
              </a:defRPr>
            </a:lvl6pPr>
            <a:lvl7pPr>
              <a:defRPr sz="1500" b="0">
                <a:solidFill>
                  <a:srgbClr val="526A77"/>
                </a:solidFill>
                <a:latin typeface="Apple SD Gothic Neo"/>
                <a:ea typeface="Apple SD Gothic Neo"/>
                <a:cs typeface="Apple SD Gothic Neo"/>
              </a:defRPr>
            </a:lvl7pPr>
            <a:lvl8pPr>
              <a:defRPr sz="1500" b="0">
                <a:solidFill>
                  <a:srgbClr val="526A77"/>
                </a:solidFill>
                <a:latin typeface="Apple SD Gothic Neo"/>
                <a:ea typeface="Apple SD Gothic Neo"/>
                <a:cs typeface="Apple SD Gothic Neo"/>
              </a:defRPr>
            </a:lvl8pPr>
            <a:lvl9pPr>
              <a:defRPr sz="1500" b="0">
                <a:solidFill>
                  <a:srgbClr val="526A77"/>
                </a:solidFill>
                <a:latin typeface="Apple SD Gothic Neo"/>
                <a:ea typeface="Apple SD Gothic Neo"/>
                <a:cs typeface="Apple SD Gothic Neo"/>
              </a:defRPr>
            </a:lvl9pPr>
          </a:lstStyle>
          <a:p xmlns:a="http://schemas.openxmlformats.org/drawingml/2006/main">
            <a:pPr>
              <a:defRPr sz="1500" b="0">
                <a:solidFill>
                  <a:srgbClr val="526A77"/>
                </a:solidFill>
                <a:latin typeface="Apple SD Gothic Neo"/>
                <a:ea typeface="Apple SD Gothic Neo"/>
                <a:cs typeface="Apple SD Gothic Neo"/>
              </a:defRPr>
            </a:pPr>
            <a:r>
              <a:rPr sz="1500" b="0">
                <a:solidFill>
                  <a:srgbClr val="526A77"/>
                </a:solidFill>
                <a:latin typeface="Apple SD Gothic Neo"/>
                <a:ea typeface="Apple SD Gothic Neo"/>
                <a:cs typeface="Apple SD Gothic Neo"/>
              </a:rPr>
              <a:t>사람 검토는 독립 4사례. 근거가 불명확한 행은 0점 대신 unscored로 보존했습니다.</a:t>
            </a:r>
          </a:p>
        </p:txBody>
      </p:sp>
    </p:spTree>
    <p:extLst>
      <p:ext uri="{BB962C8B-B14F-4D97-AF65-F5344CB8AC3E}">
        <p14:creationId xmlns:p14="http://schemas.microsoft.com/office/powerpoint/2010/main" val="1695257602"/>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8BE8B75F-6CD5-4B2B-86AF-CF65BB20EAD7}"/>
              </a:ext>
            </a:extLst>
          </p:cNvPr>
          <p:cNvSpPr>
            <a:spLocks xmlns:a="http://schemas.openxmlformats.org/drawingml/2006/main" noGrp="1"/>
          </p:cNvSpPr>
          <p:nvPr/>
        </p:nvSpPr>
        <p:spPr>
          <a:xfrm xmlns:a="http://schemas.openxmlformats.org/drawingml/2006/main">
            <a:off x="609600" y="32385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087D69"/>
                </a:solidFill>
                <a:latin typeface="Apple SD Gothic Neo"/>
                <a:ea typeface="Apple SD Gothic Neo"/>
                <a:cs typeface="Apple SD Gothic Neo"/>
              </a:defRPr>
            </a:defPPr>
            <a:lvl1pPr>
              <a:defRPr sz="1425" b="1">
                <a:solidFill>
                  <a:srgbClr val="087D69"/>
                </a:solidFill>
                <a:latin typeface="Apple SD Gothic Neo"/>
                <a:ea typeface="Apple SD Gothic Neo"/>
                <a:cs typeface="Apple SD Gothic Neo"/>
              </a:defRPr>
            </a:lvl1pPr>
            <a:lvl2pPr>
              <a:defRPr sz="1425" b="1">
                <a:solidFill>
                  <a:srgbClr val="087D69"/>
                </a:solidFill>
                <a:latin typeface="Apple SD Gothic Neo"/>
                <a:ea typeface="Apple SD Gothic Neo"/>
                <a:cs typeface="Apple SD Gothic Neo"/>
              </a:defRPr>
            </a:lvl2pPr>
            <a:lvl3pPr>
              <a:defRPr sz="1425" b="1">
                <a:solidFill>
                  <a:srgbClr val="087D69"/>
                </a:solidFill>
                <a:latin typeface="Apple SD Gothic Neo"/>
                <a:ea typeface="Apple SD Gothic Neo"/>
                <a:cs typeface="Apple SD Gothic Neo"/>
              </a:defRPr>
            </a:lvl3pPr>
            <a:lvl4pPr>
              <a:defRPr sz="1425" b="1">
                <a:solidFill>
                  <a:srgbClr val="087D69"/>
                </a:solidFill>
                <a:latin typeface="Apple SD Gothic Neo"/>
                <a:ea typeface="Apple SD Gothic Neo"/>
                <a:cs typeface="Apple SD Gothic Neo"/>
              </a:defRPr>
            </a:lvl4pPr>
            <a:lvl5pPr>
              <a:defRPr sz="1425" b="1">
                <a:solidFill>
                  <a:srgbClr val="087D69"/>
                </a:solidFill>
                <a:latin typeface="Apple SD Gothic Neo"/>
                <a:ea typeface="Apple SD Gothic Neo"/>
                <a:cs typeface="Apple SD Gothic Neo"/>
              </a:defRPr>
            </a:lvl5pPr>
            <a:lvl6pPr>
              <a:defRPr sz="1425" b="1">
                <a:solidFill>
                  <a:srgbClr val="087D69"/>
                </a:solidFill>
                <a:latin typeface="Apple SD Gothic Neo"/>
                <a:ea typeface="Apple SD Gothic Neo"/>
                <a:cs typeface="Apple SD Gothic Neo"/>
              </a:defRPr>
            </a:lvl6pPr>
            <a:lvl7pPr>
              <a:defRPr sz="1425" b="1">
                <a:solidFill>
                  <a:srgbClr val="087D69"/>
                </a:solidFill>
                <a:latin typeface="Apple SD Gothic Neo"/>
                <a:ea typeface="Apple SD Gothic Neo"/>
                <a:cs typeface="Apple SD Gothic Neo"/>
              </a:defRPr>
            </a:lvl7pPr>
            <a:lvl8pPr>
              <a:defRPr sz="1425" b="1">
                <a:solidFill>
                  <a:srgbClr val="087D69"/>
                </a:solidFill>
                <a:latin typeface="Apple SD Gothic Neo"/>
                <a:ea typeface="Apple SD Gothic Neo"/>
                <a:cs typeface="Apple SD Gothic Neo"/>
              </a:defRPr>
            </a:lvl8pPr>
            <a:lvl9pPr>
              <a:defRPr sz="1425" b="1">
                <a:solidFill>
                  <a:srgbClr val="087D69"/>
                </a:solidFill>
                <a:latin typeface="Apple SD Gothic Neo"/>
                <a:ea typeface="Apple SD Gothic Neo"/>
                <a:cs typeface="Apple SD Gothic Neo"/>
              </a:defRPr>
            </a:lvl9pPr>
          </a:lstStyle>
          <a:p xmlns:a="http://schemas.openxmlformats.org/drawingml/2006/main">
            <a:pPr>
              <a:defRPr sz="1425" b="1">
                <a:solidFill>
                  <a:srgbClr val="087D69"/>
                </a:solidFill>
                <a:latin typeface="Apple SD Gothic Neo"/>
                <a:ea typeface="Apple SD Gothic Neo"/>
                <a:cs typeface="Apple SD Gothic Neo"/>
              </a:defRPr>
            </a:pPr>
            <a:r>
              <a:rPr sz="1425" b="1">
                <a:solidFill>
                  <a:srgbClr val="087D69"/>
                </a:solidFill>
                <a:latin typeface="Apple SD Gothic Neo"/>
                <a:ea typeface="Apple SD Gothic Neo"/>
                <a:cs typeface="Apple SD Gothic Neo"/>
              </a:rPr>
              <a:t>S6 · 통합 검증</a:t>
            </a:r>
          </a:p>
        </p:txBody>
      </p:sp>
      <p:sp>
        <p:nvSpPr>
          <p:cNvPr id="2" name="">
            <a:extLst xmlns:a="http://schemas.openxmlformats.org/drawingml/2006/main">
              <a:ext uri="{FF2B5EF4-FFF2-40B4-BE49-F238E27FC236}">
                <a16:creationId xmlns:a16="http://schemas.microsoft.com/office/drawing/2014/main" id="{38F2CC74-7454-4BC1-A9B1-02699D238EEA}"/>
              </a:ext>
            </a:extLst>
          </p:cNvPr>
          <p:cNvSpPr>
            <a:spLocks xmlns:a="http://schemas.openxmlformats.org/drawingml/2006/main" noGrp="1"/>
          </p:cNvSpPr>
          <p:nvPr/>
        </p:nvSpPr>
        <p:spPr>
          <a:xfrm xmlns:a="http://schemas.openxmlformats.org/drawingml/2006/main">
            <a:off x="609600" y="83820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75" b="1">
                <a:solidFill>
                  <a:srgbClr val="173343"/>
                </a:solidFill>
                <a:latin typeface="Apple SD Gothic Neo"/>
                <a:ea typeface="Apple SD Gothic Neo"/>
                <a:cs typeface="Apple SD Gothic Neo"/>
              </a:defRPr>
            </a:defPPr>
            <a:lvl1pPr>
              <a:defRPr sz="3375" b="1">
                <a:solidFill>
                  <a:srgbClr val="173343"/>
                </a:solidFill>
                <a:latin typeface="Apple SD Gothic Neo"/>
                <a:ea typeface="Apple SD Gothic Neo"/>
                <a:cs typeface="Apple SD Gothic Neo"/>
              </a:defRPr>
            </a:lvl1pPr>
            <a:lvl2pPr>
              <a:defRPr sz="3375" b="1">
                <a:solidFill>
                  <a:srgbClr val="173343"/>
                </a:solidFill>
                <a:latin typeface="Apple SD Gothic Neo"/>
                <a:ea typeface="Apple SD Gothic Neo"/>
                <a:cs typeface="Apple SD Gothic Neo"/>
              </a:defRPr>
            </a:lvl2pPr>
            <a:lvl3pPr>
              <a:defRPr sz="3375" b="1">
                <a:solidFill>
                  <a:srgbClr val="173343"/>
                </a:solidFill>
                <a:latin typeface="Apple SD Gothic Neo"/>
                <a:ea typeface="Apple SD Gothic Neo"/>
                <a:cs typeface="Apple SD Gothic Neo"/>
              </a:defRPr>
            </a:lvl3pPr>
            <a:lvl4pPr>
              <a:defRPr sz="3375" b="1">
                <a:solidFill>
                  <a:srgbClr val="173343"/>
                </a:solidFill>
                <a:latin typeface="Apple SD Gothic Neo"/>
                <a:ea typeface="Apple SD Gothic Neo"/>
                <a:cs typeface="Apple SD Gothic Neo"/>
              </a:defRPr>
            </a:lvl4pPr>
            <a:lvl5pPr>
              <a:defRPr sz="3375" b="1">
                <a:solidFill>
                  <a:srgbClr val="173343"/>
                </a:solidFill>
                <a:latin typeface="Apple SD Gothic Neo"/>
                <a:ea typeface="Apple SD Gothic Neo"/>
                <a:cs typeface="Apple SD Gothic Neo"/>
              </a:defRPr>
            </a:lvl5pPr>
            <a:lvl6pPr>
              <a:defRPr sz="3375" b="1">
                <a:solidFill>
                  <a:srgbClr val="173343"/>
                </a:solidFill>
                <a:latin typeface="Apple SD Gothic Neo"/>
                <a:ea typeface="Apple SD Gothic Neo"/>
                <a:cs typeface="Apple SD Gothic Neo"/>
              </a:defRPr>
            </a:lvl6pPr>
            <a:lvl7pPr>
              <a:defRPr sz="3375" b="1">
                <a:solidFill>
                  <a:srgbClr val="173343"/>
                </a:solidFill>
                <a:latin typeface="Apple SD Gothic Neo"/>
                <a:ea typeface="Apple SD Gothic Neo"/>
                <a:cs typeface="Apple SD Gothic Neo"/>
              </a:defRPr>
            </a:lvl7pPr>
            <a:lvl8pPr>
              <a:defRPr sz="3375" b="1">
                <a:solidFill>
                  <a:srgbClr val="173343"/>
                </a:solidFill>
                <a:latin typeface="Apple SD Gothic Neo"/>
                <a:ea typeface="Apple SD Gothic Neo"/>
                <a:cs typeface="Apple SD Gothic Neo"/>
              </a:defRPr>
            </a:lvl8pPr>
            <a:lvl9pPr>
              <a:defRPr sz="3375" b="1">
                <a:solidFill>
                  <a:srgbClr val="173343"/>
                </a:solidFill>
                <a:latin typeface="Apple SD Gothic Neo"/>
                <a:ea typeface="Apple SD Gothic Neo"/>
                <a:cs typeface="Apple SD Gothic Neo"/>
              </a:defRPr>
            </a:lvl9pPr>
          </a:lstStyle>
          <a:p xmlns:a="http://schemas.openxmlformats.org/drawingml/2006/main">
            <a:pPr>
              <a:defRPr sz="3375" b="1">
                <a:solidFill>
                  <a:srgbClr val="173343"/>
                </a:solidFill>
                <a:latin typeface="Apple SD Gothic Neo"/>
                <a:ea typeface="Apple SD Gothic Neo"/>
                <a:cs typeface="Apple SD Gothic Neo"/>
              </a:defRPr>
            </a:pPr>
            <a:r>
              <a:rPr sz="3375" b="1">
                <a:solidFill>
                  <a:srgbClr val="173343"/>
                </a:solidFill>
                <a:latin typeface="Apple SD Gothic Neo"/>
                <a:ea typeface="Apple SD Gothic Neo"/>
                <a:cs typeface="Apple SD Gothic Neo"/>
              </a:rPr>
              <a:t>검증 결과와 남은 한계</a:t>
            </a:r>
          </a:p>
        </p:txBody>
      </p:sp>
      <p:sp>
        <p:nvSpPr>
          <p:cNvPr id="3" name="">
            <a:extLst xmlns:a="http://schemas.openxmlformats.org/drawingml/2006/main">
              <a:ext uri="{FF2B5EF4-FFF2-40B4-BE49-F238E27FC236}">
                <a16:creationId xmlns:a16="http://schemas.microsoft.com/office/drawing/2014/main" id="{C93FD819-B278-4167-B0FE-BBFFC3807A43}"/>
              </a:ext>
            </a:extLst>
          </p:cNvPr>
          <p:cNvSpPr>
            <a:spLocks xmlns:a="http://schemas.openxmlformats.org/drawingml/2006/main" noGrp="1"/>
          </p:cNvSpPr>
          <p:nvPr/>
        </p:nvSpPr>
        <p:spPr>
          <a:xfrm xmlns:a="http://schemas.openxmlformats.org/drawingml/2006/main">
            <a:off x="9810750" y="6381750"/>
            <a:ext cx="1809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26A77"/>
                </a:solidFill>
                <a:latin typeface="Apple SD Gothic Neo"/>
                <a:ea typeface="Apple SD Gothic Neo"/>
                <a:cs typeface="Apple SD Gothic Neo"/>
              </a:defRPr>
            </a:defPPr>
            <a:lvl1pPr>
              <a:defRPr sz="1275" b="0">
                <a:solidFill>
                  <a:srgbClr val="526A77"/>
                </a:solidFill>
                <a:latin typeface="Apple SD Gothic Neo"/>
                <a:ea typeface="Apple SD Gothic Neo"/>
                <a:cs typeface="Apple SD Gothic Neo"/>
              </a:defRPr>
            </a:lvl1pPr>
            <a:lvl2pPr>
              <a:defRPr sz="1275" b="0">
                <a:solidFill>
                  <a:srgbClr val="526A77"/>
                </a:solidFill>
                <a:latin typeface="Apple SD Gothic Neo"/>
                <a:ea typeface="Apple SD Gothic Neo"/>
                <a:cs typeface="Apple SD Gothic Neo"/>
              </a:defRPr>
            </a:lvl2pPr>
            <a:lvl3pPr>
              <a:defRPr sz="1275" b="0">
                <a:solidFill>
                  <a:srgbClr val="526A77"/>
                </a:solidFill>
                <a:latin typeface="Apple SD Gothic Neo"/>
                <a:ea typeface="Apple SD Gothic Neo"/>
                <a:cs typeface="Apple SD Gothic Neo"/>
              </a:defRPr>
            </a:lvl3pPr>
            <a:lvl4pPr>
              <a:defRPr sz="1275" b="0">
                <a:solidFill>
                  <a:srgbClr val="526A77"/>
                </a:solidFill>
                <a:latin typeface="Apple SD Gothic Neo"/>
                <a:ea typeface="Apple SD Gothic Neo"/>
                <a:cs typeface="Apple SD Gothic Neo"/>
              </a:defRPr>
            </a:lvl4pPr>
            <a:lvl5pPr>
              <a:defRPr sz="1275" b="0">
                <a:solidFill>
                  <a:srgbClr val="526A77"/>
                </a:solidFill>
                <a:latin typeface="Apple SD Gothic Neo"/>
                <a:ea typeface="Apple SD Gothic Neo"/>
                <a:cs typeface="Apple SD Gothic Neo"/>
              </a:defRPr>
            </a:lvl5pPr>
            <a:lvl6pPr>
              <a:defRPr sz="1275" b="0">
                <a:solidFill>
                  <a:srgbClr val="526A77"/>
                </a:solidFill>
                <a:latin typeface="Apple SD Gothic Neo"/>
                <a:ea typeface="Apple SD Gothic Neo"/>
                <a:cs typeface="Apple SD Gothic Neo"/>
              </a:defRPr>
            </a:lvl6pPr>
            <a:lvl7pPr>
              <a:defRPr sz="1275" b="0">
                <a:solidFill>
                  <a:srgbClr val="526A77"/>
                </a:solidFill>
                <a:latin typeface="Apple SD Gothic Neo"/>
                <a:ea typeface="Apple SD Gothic Neo"/>
                <a:cs typeface="Apple SD Gothic Neo"/>
              </a:defRPr>
            </a:lvl7pPr>
            <a:lvl8pPr>
              <a:defRPr sz="1275" b="0">
                <a:solidFill>
                  <a:srgbClr val="526A77"/>
                </a:solidFill>
                <a:latin typeface="Apple SD Gothic Neo"/>
                <a:ea typeface="Apple SD Gothic Neo"/>
                <a:cs typeface="Apple SD Gothic Neo"/>
              </a:defRPr>
            </a:lvl8pPr>
            <a:lvl9pPr>
              <a:defRPr sz="1275" b="0">
                <a:solidFill>
                  <a:srgbClr val="526A77"/>
                </a:solidFill>
                <a:latin typeface="Apple SD Gothic Neo"/>
                <a:ea typeface="Apple SD Gothic Neo"/>
                <a:cs typeface="Apple SD Gothic Neo"/>
              </a:defRPr>
            </a:lvl9pPr>
          </a:lstStyle>
          <a:p xmlns:a="http://schemas.openxmlformats.org/drawingml/2006/main">
            <a:pPr>
              <a:defRPr sz="1275" b="0">
                <a:solidFill>
                  <a:srgbClr val="526A77"/>
                </a:solidFill>
                <a:latin typeface="Apple SD Gothic Neo"/>
                <a:ea typeface="Apple SD Gothic Neo"/>
                <a:cs typeface="Apple SD Gothic Neo"/>
              </a:defRPr>
            </a:pPr>
            <a:r>
              <a:rPr sz="1275" b="0">
                <a:solidFill>
                  <a:srgbClr val="526A77"/>
                </a:solidFill>
                <a:latin typeface="Apple SD Gothic Neo"/>
                <a:ea typeface="Apple SD Gothic Neo"/>
                <a:cs typeface="Apple SD Gothic Neo"/>
              </a:rPr>
              <a:t>07  /  발표 본문</a:t>
            </a:r>
          </a:p>
        </p:txBody>
      </p:sp>
      <p:sp>
        <p:nvSpPr>
          <p:cNvPr id="4" name="">
            <a:extLst xmlns:a="http://schemas.openxmlformats.org/drawingml/2006/main">
              <a:ext uri="{FF2B5EF4-FFF2-40B4-BE49-F238E27FC236}">
                <a16:creationId xmlns:a16="http://schemas.microsoft.com/office/drawing/2014/main" id="{53FD4736-BFE7-4A46-A2F6-CA4851145442}"/>
              </a:ext>
            </a:extLst>
          </p:cNvPr>
          <p:cNvSpPr>
            <a:spLocks xmlns:a="http://schemas.openxmlformats.org/drawingml/2006/main" noGrp="1"/>
          </p:cNvSpPr>
          <p:nvPr/>
        </p:nvSpPr>
        <p:spPr>
          <a:xfrm xmlns:a="http://schemas.openxmlformats.org/drawingml/2006/main">
            <a:off x="609600" y="2105025"/>
            <a:ext cx="4953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875" b="1">
                <a:solidFill>
                  <a:srgbClr val="087D69"/>
                </a:solidFill>
                <a:latin typeface="Apple SD Gothic Neo"/>
                <a:ea typeface="Apple SD Gothic Neo"/>
                <a:cs typeface="Apple SD Gothic Neo"/>
              </a:defRPr>
            </a:defPPr>
            <a:lvl1pPr>
              <a:defRPr sz="4875" b="1">
                <a:solidFill>
                  <a:srgbClr val="087D69"/>
                </a:solidFill>
                <a:latin typeface="Apple SD Gothic Neo"/>
                <a:ea typeface="Apple SD Gothic Neo"/>
                <a:cs typeface="Apple SD Gothic Neo"/>
              </a:defRPr>
            </a:lvl1pPr>
            <a:lvl2pPr>
              <a:defRPr sz="4875" b="1">
                <a:solidFill>
                  <a:srgbClr val="087D69"/>
                </a:solidFill>
                <a:latin typeface="Apple SD Gothic Neo"/>
                <a:ea typeface="Apple SD Gothic Neo"/>
                <a:cs typeface="Apple SD Gothic Neo"/>
              </a:defRPr>
            </a:lvl2pPr>
            <a:lvl3pPr>
              <a:defRPr sz="4875" b="1">
                <a:solidFill>
                  <a:srgbClr val="087D69"/>
                </a:solidFill>
                <a:latin typeface="Apple SD Gothic Neo"/>
                <a:ea typeface="Apple SD Gothic Neo"/>
                <a:cs typeface="Apple SD Gothic Neo"/>
              </a:defRPr>
            </a:lvl3pPr>
            <a:lvl4pPr>
              <a:defRPr sz="4875" b="1">
                <a:solidFill>
                  <a:srgbClr val="087D69"/>
                </a:solidFill>
                <a:latin typeface="Apple SD Gothic Neo"/>
                <a:ea typeface="Apple SD Gothic Neo"/>
                <a:cs typeface="Apple SD Gothic Neo"/>
              </a:defRPr>
            </a:lvl4pPr>
            <a:lvl5pPr>
              <a:defRPr sz="4875" b="1">
                <a:solidFill>
                  <a:srgbClr val="087D69"/>
                </a:solidFill>
                <a:latin typeface="Apple SD Gothic Neo"/>
                <a:ea typeface="Apple SD Gothic Neo"/>
                <a:cs typeface="Apple SD Gothic Neo"/>
              </a:defRPr>
            </a:lvl5pPr>
            <a:lvl6pPr>
              <a:defRPr sz="4875" b="1">
                <a:solidFill>
                  <a:srgbClr val="087D69"/>
                </a:solidFill>
                <a:latin typeface="Apple SD Gothic Neo"/>
                <a:ea typeface="Apple SD Gothic Neo"/>
                <a:cs typeface="Apple SD Gothic Neo"/>
              </a:defRPr>
            </a:lvl6pPr>
            <a:lvl7pPr>
              <a:defRPr sz="4875" b="1">
                <a:solidFill>
                  <a:srgbClr val="087D69"/>
                </a:solidFill>
                <a:latin typeface="Apple SD Gothic Neo"/>
                <a:ea typeface="Apple SD Gothic Neo"/>
                <a:cs typeface="Apple SD Gothic Neo"/>
              </a:defRPr>
            </a:lvl7pPr>
            <a:lvl8pPr>
              <a:defRPr sz="4875" b="1">
                <a:solidFill>
                  <a:srgbClr val="087D69"/>
                </a:solidFill>
                <a:latin typeface="Apple SD Gothic Neo"/>
                <a:ea typeface="Apple SD Gothic Neo"/>
                <a:cs typeface="Apple SD Gothic Neo"/>
              </a:defRPr>
            </a:lvl8pPr>
            <a:lvl9pPr>
              <a:defRPr sz="4875" b="1">
                <a:solidFill>
                  <a:srgbClr val="087D69"/>
                </a:solidFill>
                <a:latin typeface="Apple SD Gothic Neo"/>
                <a:ea typeface="Apple SD Gothic Neo"/>
                <a:cs typeface="Apple SD Gothic Neo"/>
              </a:defRPr>
            </a:lvl9pPr>
          </a:lstStyle>
          <a:p xmlns:a="http://schemas.openxmlformats.org/drawingml/2006/main">
            <a:pPr>
              <a:defRPr sz="4875" b="1">
                <a:solidFill>
                  <a:srgbClr val="087D69"/>
                </a:solidFill>
                <a:latin typeface="Apple SD Gothic Neo"/>
                <a:ea typeface="Apple SD Gothic Neo"/>
                <a:cs typeface="Apple SD Gothic Neo"/>
              </a:defRPr>
            </a:pPr>
            <a:r>
              <a:rPr sz="4875" b="1">
                <a:solidFill>
                  <a:srgbClr val="087D69"/>
                </a:solidFill>
                <a:latin typeface="Apple SD Gothic Neo"/>
                <a:ea typeface="Apple SD Gothic Neo"/>
                <a:cs typeface="Apple SD Gothic Neo"/>
              </a:rPr>
              <a:t>207 PASS</a:t>
            </a:r>
          </a:p>
        </p:txBody>
      </p:sp>
      <p:sp>
        <p:nvSpPr>
          <p:cNvPr id="5" name="">
            <a:extLst xmlns:a="http://schemas.openxmlformats.org/drawingml/2006/main">
              <a:ext uri="{FF2B5EF4-FFF2-40B4-BE49-F238E27FC236}">
                <a16:creationId xmlns:a16="http://schemas.microsoft.com/office/drawing/2014/main" id="{DEB52E90-BFD4-4ACC-AE32-243503BDDCF0}"/>
              </a:ext>
            </a:extLst>
          </p:cNvPr>
          <p:cNvSpPr>
            <a:spLocks xmlns:a="http://schemas.openxmlformats.org/drawingml/2006/main" noGrp="1"/>
          </p:cNvSpPr>
          <p:nvPr/>
        </p:nvSpPr>
        <p:spPr>
          <a:xfrm xmlns:a="http://schemas.openxmlformats.org/drawingml/2006/main">
            <a:off x="609600" y="31051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526A77"/>
                </a:solidFill>
                <a:latin typeface="Apple SD Gothic Neo"/>
                <a:ea typeface="Apple SD Gothic Neo"/>
                <a:cs typeface="Apple SD Gothic Neo"/>
              </a:defRPr>
            </a:defPPr>
            <a:lvl1pPr>
              <a:defRPr sz="1950" b="0">
                <a:solidFill>
                  <a:srgbClr val="526A77"/>
                </a:solidFill>
                <a:latin typeface="Apple SD Gothic Neo"/>
                <a:ea typeface="Apple SD Gothic Neo"/>
                <a:cs typeface="Apple SD Gothic Neo"/>
              </a:defRPr>
            </a:lvl1pPr>
            <a:lvl2pPr>
              <a:defRPr sz="1950" b="0">
                <a:solidFill>
                  <a:srgbClr val="526A77"/>
                </a:solidFill>
                <a:latin typeface="Apple SD Gothic Neo"/>
                <a:ea typeface="Apple SD Gothic Neo"/>
                <a:cs typeface="Apple SD Gothic Neo"/>
              </a:defRPr>
            </a:lvl2pPr>
            <a:lvl3pPr>
              <a:defRPr sz="1950" b="0">
                <a:solidFill>
                  <a:srgbClr val="526A77"/>
                </a:solidFill>
                <a:latin typeface="Apple SD Gothic Neo"/>
                <a:ea typeface="Apple SD Gothic Neo"/>
                <a:cs typeface="Apple SD Gothic Neo"/>
              </a:defRPr>
            </a:lvl3pPr>
            <a:lvl4pPr>
              <a:defRPr sz="1950" b="0">
                <a:solidFill>
                  <a:srgbClr val="526A77"/>
                </a:solidFill>
                <a:latin typeface="Apple SD Gothic Neo"/>
                <a:ea typeface="Apple SD Gothic Neo"/>
                <a:cs typeface="Apple SD Gothic Neo"/>
              </a:defRPr>
            </a:lvl4pPr>
            <a:lvl5pPr>
              <a:defRPr sz="1950" b="0">
                <a:solidFill>
                  <a:srgbClr val="526A77"/>
                </a:solidFill>
                <a:latin typeface="Apple SD Gothic Neo"/>
                <a:ea typeface="Apple SD Gothic Neo"/>
                <a:cs typeface="Apple SD Gothic Neo"/>
              </a:defRPr>
            </a:lvl5pPr>
            <a:lvl6pPr>
              <a:defRPr sz="1950" b="0">
                <a:solidFill>
                  <a:srgbClr val="526A77"/>
                </a:solidFill>
                <a:latin typeface="Apple SD Gothic Neo"/>
                <a:ea typeface="Apple SD Gothic Neo"/>
                <a:cs typeface="Apple SD Gothic Neo"/>
              </a:defRPr>
            </a:lvl6pPr>
            <a:lvl7pPr>
              <a:defRPr sz="1950" b="0">
                <a:solidFill>
                  <a:srgbClr val="526A77"/>
                </a:solidFill>
                <a:latin typeface="Apple SD Gothic Neo"/>
                <a:ea typeface="Apple SD Gothic Neo"/>
                <a:cs typeface="Apple SD Gothic Neo"/>
              </a:defRPr>
            </a:lvl7pPr>
            <a:lvl8pPr>
              <a:defRPr sz="1950" b="0">
                <a:solidFill>
                  <a:srgbClr val="526A77"/>
                </a:solidFill>
                <a:latin typeface="Apple SD Gothic Neo"/>
                <a:ea typeface="Apple SD Gothic Neo"/>
                <a:cs typeface="Apple SD Gothic Neo"/>
              </a:defRPr>
            </a:lvl8pPr>
            <a:lvl9pPr>
              <a:defRPr sz="1950" b="0">
                <a:solidFill>
                  <a:srgbClr val="526A77"/>
                </a:solidFill>
                <a:latin typeface="Apple SD Gothic Neo"/>
                <a:ea typeface="Apple SD Gothic Neo"/>
                <a:cs typeface="Apple SD Gothic Neo"/>
              </a:defRPr>
            </a:lvl9pPr>
          </a:lstStyle>
          <a:p xmlns:a="http://schemas.openxmlformats.org/drawingml/2006/main">
            <a:pPr>
              <a:defRPr sz="1950" b="0">
                <a:solidFill>
                  <a:srgbClr val="526A77"/>
                </a:solidFill>
                <a:latin typeface="Apple SD Gothic Neo"/>
                <a:ea typeface="Apple SD Gothic Neo"/>
                <a:cs typeface="Apple SD Gothic Neo"/>
              </a:defRPr>
            </a:pPr>
            <a:r>
              <a:rPr sz="1950" b="0">
                <a:solidFill>
                  <a:srgbClr val="526A77"/>
                </a:solidFill>
                <a:latin typeface="Apple SD Gothic Neo"/>
                <a:ea typeface="Apple SD Gothic Neo"/>
                <a:cs typeface="Apple SD Gothic Neo"/>
              </a:rPr>
              <a:t>기존 13 XFAIL은 별도 보존</a:t>
            </a:r>
          </a:p>
        </p:txBody>
      </p:sp>
      <p:sp>
        <p:nvSpPr>
          <p:cNvPr id="6" name="">
            <a:extLst xmlns:a="http://schemas.openxmlformats.org/drawingml/2006/main">
              <a:ext uri="{FF2B5EF4-FFF2-40B4-BE49-F238E27FC236}">
                <a16:creationId xmlns:a16="http://schemas.microsoft.com/office/drawing/2014/main" id="{C515FA63-14C4-4247-9988-409406E19738}"/>
              </a:ext>
            </a:extLst>
          </p:cNvPr>
          <p:cNvSpPr>
            <a:spLocks xmlns:a="http://schemas.openxmlformats.org/drawingml/2006/main" noGrp="1"/>
          </p:cNvSpPr>
          <p:nvPr/>
        </p:nvSpPr>
        <p:spPr>
          <a:xfrm xmlns:a="http://schemas.openxmlformats.org/drawingml/2006/main">
            <a:off x="6229350" y="2200275"/>
            <a:ext cx="5429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000" b="1">
                <a:solidFill>
                  <a:srgbClr val="173343"/>
                </a:solidFill>
                <a:latin typeface="Apple SD Gothic Neo"/>
                <a:ea typeface="Apple SD Gothic Neo"/>
                <a:cs typeface="Apple SD Gothic Neo"/>
              </a:defRPr>
            </a:defPPr>
            <a:lvl1pPr>
              <a:defRPr sz="3000" b="1">
                <a:solidFill>
                  <a:srgbClr val="173343"/>
                </a:solidFill>
                <a:latin typeface="Apple SD Gothic Neo"/>
                <a:ea typeface="Apple SD Gothic Neo"/>
                <a:cs typeface="Apple SD Gothic Neo"/>
              </a:defRPr>
            </a:lvl1pPr>
            <a:lvl2pPr>
              <a:defRPr sz="3000" b="1">
                <a:solidFill>
                  <a:srgbClr val="173343"/>
                </a:solidFill>
                <a:latin typeface="Apple SD Gothic Neo"/>
                <a:ea typeface="Apple SD Gothic Neo"/>
                <a:cs typeface="Apple SD Gothic Neo"/>
              </a:defRPr>
            </a:lvl2pPr>
            <a:lvl3pPr>
              <a:defRPr sz="3000" b="1">
                <a:solidFill>
                  <a:srgbClr val="173343"/>
                </a:solidFill>
                <a:latin typeface="Apple SD Gothic Neo"/>
                <a:ea typeface="Apple SD Gothic Neo"/>
                <a:cs typeface="Apple SD Gothic Neo"/>
              </a:defRPr>
            </a:lvl3pPr>
            <a:lvl4pPr>
              <a:defRPr sz="3000" b="1">
                <a:solidFill>
                  <a:srgbClr val="173343"/>
                </a:solidFill>
                <a:latin typeface="Apple SD Gothic Neo"/>
                <a:ea typeface="Apple SD Gothic Neo"/>
                <a:cs typeface="Apple SD Gothic Neo"/>
              </a:defRPr>
            </a:lvl4pPr>
            <a:lvl5pPr>
              <a:defRPr sz="3000" b="1">
                <a:solidFill>
                  <a:srgbClr val="173343"/>
                </a:solidFill>
                <a:latin typeface="Apple SD Gothic Neo"/>
                <a:ea typeface="Apple SD Gothic Neo"/>
                <a:cs typeface="Apple SD Gothic Neo"/>
              </a:defRPr>
            </a:lvl5pPr>
            <a:lvl6pPr>
              <a:defRPr sz="3000" b="1">
                <a:solidFill>
                  <a:srgbClr val="173343"/>
                </a:solidFill>
                <a:latin typeface="Apple SD Gothic Neo"/>
                <a:ea typeface="Apple SD Gothic Neo"/>
                <a:cs typeface="Apple SD Gothic Neo"/>
              </a:defRPr>
            </a:lvl6pPr>
            <a:lvl7pPr>
              <a:defRPr sz="3000" b="1">
                <a:solidFill>
                  <a:srgbClr val="173343"/>
                </a:solidFill>
                <a:latin typeface="Apple SD Gothic Neo"/>
                <a:ea typeface="Apple SD Gothic Neo"/>
                <a:cs typeface="Apple SD Gothic Neo"/>
              </a:defRPr>
            </a:lvl7pPr>
            <a:lvl8pPr>
              <a:defRPr sz="3000" b="1">
                <a:solidFill>
                  <a:srgbClr val="173343"/>
                </a:solidFill>
                <a:latin typeface="Apple SD Gothic Neo"/>
                <a:ea typeface="Apple SD Gothic Neo"/>
                <a:cs typeface="Apple SD Gothic Neo"/>
              </a:defRPr>
            </a:lvl8pPr>
            <a:lvl9pPr>
              <a:defRPr sz="3000" b="1">
                <a:solidFill>
                  <a:srgbClr val="173343"/>
                </a:solidFill>
                <a:latin typeface="Apple SD Gothic Neo"/>
                <a:ea typeface="Apple SD Gothic Neo"/>
                <a:cs typeface="Apple SD Gothic Neo"/>
              </a:defRPr>
            </a:lvl9pPr>
          </a:lstStyle>
          <a:p xmlns:a="http://schemas.openxmlformats.org/drawingml/2006/main">
            <a:pPr>
              <a:defRPr sz="3000" b="1">
                <a:solidFill>
                  <a:srgbClr val="173343"/>
                </a:solidFill>
                <a:latin typeface="Apple SD Gothic Neo"/>
                <a:ea typeface="Apple SD Gothic Neo"/>
                <a:cs typeface="Apple SD Gothic Neo"/>
              </a:defRPr>
            </a:pPr>
            <a:r>
              <a:rPr sz="3000" b="1">
                <a:solidFill>
                  <a:srgbClr val="173343"/>
                </a:solidFill>
                <a:latin typeface="Apple SD Gothic Neo"/>
                <a:ea typeface="Apple SD Gothic Neo"/>
                <a:cs typeface="Apple SD Gothic Neo"/>
              </a:rPr>
              <a:t>fake 13/13 · Qwen 11/13</a:t>
            </a:r>
          </a:p>
        </p:txBody>
      </p:sp>
      <p:sp>
        <p:nvSpPr>
          <p:cNvPr id="7" name="">
            <a:extLst xmlns:a="http://schemas.openxmlformats.org/drawingml/2006/main">
              <a:ext uri="{FF2B5EF4-FFF2-40B4-BE49-F238E27FC236}">
                <a16:creationId xmlns:a16="http://schemas.microsoft.com/office/drawing/2014/main" id="{3426C4E4-623E-475C-A3E8-8D1570DD08DB}"/>
              </a:ext>
            </a:extLst>
          </p:cNvPr>
          <p:cNvSpPr>
            <a:spLocks xmlns:a="http://schemas.openxmlformats.org/drawingml/2006/main" noGrp="1"/>
          </p:cNvSpPr>
          <p:nvPr/>
        </p:nvSpPr>
        <p:spPr>
          <a:xfrm xmlns:a="http://schemas.openxmlformats.org/drawingml/2006/main">
            <a:off x="6229350" y="3124200"/>
            <a:ext cx="5429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B25546"/>
                </a:solidFill>
                <a:latin typeface="Apple SD Gothic Neo"/>
                <a:ea typeface="Apple SD Gothic Neo"/>
                <a:cs typeface="Apple SD Gothic Neo"/>
              </a:defRPr>
            </a:defPPr>
            <a:lvl1pPr>
              <a:defRPr sz="2175" b="1">
                <a:solidFill>
                  <a:srgbClr val="B25546"/>
                </a:solidFill>
                <a:latin typeface="Apple SD Gothic Neo"/>
                <a:ea typeface="Apple SD Gothic Neo"/>
                <a:cs typeface="Apple SD Gothic Neo"/>
              </a:defRPr>
            </a:lvl1pPr>
            <a:lvl2pPr>
              <a:defRPr sz="2175" b="1">
                <a:solidFill>
                  <a:srgbClr val="B25546"/>
                </a:solidFill>
                <a:latin typeface="Apple SD Gothic Neo"/>
                <a:ea typeface="Apple SD Gothic Neo"/>
                <a:cs typeface="Apple SD Gothic Neo"/>
              </a:defRPr>
            </a:lvl2pPr>
            <a:lvl3pPr>
              <a:defRPr sz="2175" b="1">
                <a:solidFill>
                  <a:srgbClr val="B25546"/>
                </a:solidFill>
                <a:latin typeface="Apple SD Gothic Neo"/>
                <a:ea typeface="Apple SD Gothic Neo"/>
                <a:cs typeface="Apple SD Gothic Neo"/>
              </a:defRPr>
            </a:lvl3pPr>
            <a:lvl4pPr>
              <a:defRPr sz="2175" b="1">
                <a:solidFill>
                  <a:srgbClr val="B25546"/>
                </a:solidFill>
                <a:latin typeface="Apple SD Gothic Neo"/>
                <a:ea typeface="Apple SD Gothic Neo"/>
                <a:cs typeface="Apple SD Gothic Neo"/>
              </a:defRPr>
            </a:lvl4pPr>
            <a:lvl5pPr>
              <a:defRPr sz="2175" b="1">
                <a:solidFill>
                  <a:srgbClr val="B25546"/>
                </a:solidFill>
                <a:latin typeface="Apple SD Gothic Neo"/>
                <a:ea typeface="Apple SD Gothic Neo"/>
                <a:cs typeface="Apple SD Gothic Neo"/>
              </a:defRPr>
            </a:lvl5pPr>
            <a:lvl6pPr>
              <a:defRPr sz="2175" b="1">
                <a:solidFill>
                  <a:srgbClr val="B25546"/>
                </a:solidFill>
                <a:latin typeface="Apple SD Gothic Neo"/>
                <a:ea typeface="Apple SD Gothic Neo"/>
                <a:cs typeface="Apple SD Gothic Neo"/>
              </a:defRPr>
            </a:lvl6pPr>
            <a:lvl7pPr>
              <a:defRPr sz="2175" b="1">
                <a:solidFill>
                  <a:srgbClr val="B25546"/>
                </a:solidFill>
                <a:latin typeface="Apple SD Gothic Neo"/>
                <a:ea typeface="Apple SD Gothic Neo"/>
                <a:cs typeface="Apple SD Gothic Neo"/>
              </a:defRPr>
            </a:lvl7pPr>
            <a:lvl8pPr>
              <a:defRPr sz="2175" b="1">
                <a:solidFill>
                  <a:srgbClr val="B25546"/>
                </a:solidFill>
                <a:latin typeface="Apple SD Gothic Neo"/>
                <a:ea typeface="Apple SD Gothic Neo"/>
                <a:cs typeface="Apple SD Gothic Neo"/>
              </a:defRPr>
            </a:lvl8pPr>
            <a:lvl9pPr>
              <a:defRPr sz="2175" b="1">
                <a:solidFill>
                  <a:srgbClr val="B25546"/>
                </a:solidFill>
                <a:latin typeface="Apple SD Gothic Neo"/>
                <a:ea typeface="Apple SD Gothic Neo"/>
                <a:cs typeface="Apple SD Gothic Neo"/>
              </a:defRPr>
            </a:lvl9pPr>
          </a:lstStyle>
          <a:p xmlns:a="http://schemas.openxmlformats.org/drawingml/2006/main">
            <a:pPr>
              <a:defRPr sz="2175" b="1">
                <a:solidFill>
                  <a:srgbClr val="B25546"/>
                </a:solidFill>
                <a:latin typeface="Apple SD Gothic Neo"/>
                <a:ea typeface="Apple SD Gothic Neo"/>
                <a:cs typeface="Apple SD Gothic Neo"/>
              </a:defRPr>
            </a:pPr>
            <a:r>
              <a:rPr sz="2175" b="1">
                <a:solidFill>
                  <a:srgbClr val="B25546"/>
                </a:solidFill>
                <a:latin typeface="Apple SD Gothic Neo"/>
                <a:ea typeface="Apple SD Gothic Neo"/>
                <a:cs typeface="Apple SD Gothic Neo"/>
              </a:rPr>
              <a:t>Qwen 장기 기억 2건 실패</a:t>
            </a:r>
          </a:p>
        </p:txBody>
      </p:sp>
      <p:sp>
        <p:nvSpPr>
          <p:cNvPr id="8" name="">
            <a:extLst xmlns:a="http://schemas.openxmlformats.org/drawingml/2006/main">
              <a:ext uri="{FF2B5EF4-FFF2-40B4-BE49-F238E27FC236}">
                <a16:creationId xmlns:a16="http://schemas.microsoft.com/office/drawing/2014/main" id="{C79A718C-EC00-4281-8B31-EC731AB77264}"/>
              </a:ext>
            </a:extLst>
          </p:cNvPr>
          <p:cNvSpPr>
            <a:spLocks xmlns:a="http://schemas.openxmlformats.org/drawingml/2006/main" noGrp="1"/>
          </p:cNvSpPr>
          <p:nvPr/>
        </p:nvSpPr>
        <p:spPr>
          <a:xfrm xmlns:a="http://schemas.openxmlformats.org/drawingml/2006/main">
            <a:off x="609600" y="3943350"/>
            <a:ext cx="10953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173343"/>
                </a:solidFill>
                <a:latin typeface="Apple SD Gothic Neo"/>
                <a:ea typeface="Apple SD Gothic Neo"/>
                <a:cs typeface="Apple SD Gothic Neo"/>
              </a:defRPr>
            </a:defPPr>
            <a:lvl1pPr>
              <a:defRPr sz="2250" b="0">
                <a:solidFill>
                  <a:srgbClr val="173343"/>
                </a:solidFill>
                <a:latin typeface="Apple SD Gothic Neo"/>
                <a:ea typeface="Apple SD Gothic Neo"/>
                <a:cs typeface="Apple SD Gothic Neo"/>
              </a:defRPr>
            </a:lvl1pPr>
            <a:lvl2pPr>
              <a:defRPr sz="2250" b="0">
                <a:solidFill>
                  <a:srgbClr val="173343"/>
                </a:solidFill>
                <a:latin typeface="Apple SD Gothic Neo"/>
                <a:ea typeface="Apple SD Gothic Neo"/>
                <a:cs typeface="Apple SD Gothic Neo"/>
              </a:defRPr>
            </a:lvl2pPr>
            <a:lvl3pPr>
              <a:defRPr sz="2250" b="0">
                <a:solidFill>
                  <a:srgbClr val="173343"/>
                </a:solidFill>
                <a:latin typeface="Apple SD Gothic Neo"/>
                <a:ea typeface="Apple SD Gothic Neo"/>
                <a:cs typeface="Apple SD Gothic Neo"/>
              </a:defRPr>
            </a:lvl3pPr>
            <a:lvl4pPr>
              <a:defRPr sz="2250" b="0">
                <a:solidFill>
                  <a:srgbClr val="173343"/>
                </a:solidFill>
                <a:latin typeface="Apple SD Gothic Neo"/>
                <a:ea typeface="Apple SD Gothic Neo"/>
                <a:cs typeface="Apple SD Gothic Neo"/>
              </a:defRPr>
            </a:lvl4pPr>
            <a:lvl5pPr>
              <a:defRPr sz="2250" b="0">
                <a:solidFill>
                  <a:srgbClr val="173343"/>
                </a:solidFill>
                <a:latin typeface="Apple SD Gothic Neo"/>
                <a:ea typeface="Apple SD Gothic Neo"/>
                <a:cs typeface="Apple SD Gothic Neo"/>
              </a:defRPr>
            </a:lvl5pPr>
            <a:lvl6pPr>
              <a:defRPr sz="2250" b="0">
                <a:solidFill>
                  <a:srgbClr val="173343"/>
                </a:solidFill>
                <a:latin typeface="Apple SD Gothic Neo"/>
                <a:ea typeface="Apple SD Gothic Neo"/>
                <a:cs typeface="Apple SD Gothic Neo"/>
              </a:defRPr>
            </a:lvl6pPr>
            <a:lvl7pPr>
              <a:defRPr sz="2250" b="0">
                <a:solidFill>
                  <a:srgbClr val="173343"/>
                </a:solidFill>
                <a:latin typeface="Apple SD Gothic Neo"/>
                <a:ea typeface="Apple SD Gothic Neo"/>
                <a:cs typeface="Apple SD Gothic Neo"/>
              </a:defRPr>
            </a:lvl7pPr>
            <a:lvl8pPr>
              <a:defRPr sz="2250" b="0">
                <a:solidFill>
                  <a:srgbClr val="173343"/>
                </a:solidFill>
                <a:latin typeface="Apple SD Gothic Neo"/>
                <a:ea typeface="Apple SD Gothic Neo"/>
                <a:cs typeface="Apple SD Gothic Neo"/>
              </a:defRPr>
            </a:lvl8pPr>
            <a:lvl9pPr>
              <a:defRPr sz="2250" b="0">
                <a:solidFill>
                  <a:srgbClr val="173343"/>
                </a:solidFill>
                <a:latin typeface="Apple SD Gothic Neo"/>
                <a:ea typeface="Apple SD Gothic Neo"/>
                <a:cs typeface="Apple SD Gothic Neo"/>
              </a:defRPr>
            </a:lvl9pPr>
          </a:lstStyle>
          <a:p xmlns:a="http://schemas.openxmlformats.org/drawingml/2006/main">
            <a:pPr>
              <a:defRPr sz="2250" b="0">
                <a:solidFill>
                  <a:srgbClr val="173343"/>
                </a:solidFill>
                <a:latin typeface="Apple SD Gothic Neo"/>
                <a:ea typeface="Apple SD Gothic Neo"/>
                <a:cs typeface="Apple SD Gothic Neo"/>
              </a:defRPr>
            </a:pPr>
            <a:r>
              <a:rPr sz="2250" b="0">
                <a:solidFill>
                  <a:srgbClr val="173343"/>
                </a:solidFill>
                <a:latin typeface="Apple SD Gothic Neo"/>
                <a:ea typeface="Apple SD Gothic Neo"/>
                <a:cs typeface="Apple SD Gothic Neo"/>
              </a:rPr>
              <a:t>SSE 중단 회귀 9개 통과 · 실제 모델 출력 후 중단 확인</a:t>
            </a:r>
          </a:p>
        </p:txBody>
      </p:sp>
      <p:sp>
        <p:nvSpPr>
          <p:cNvPr id="9" name="">
            <a:extLst xmlns:a="http://schemas.openxmlformats.org/drawingml/2006/main">
              <a:ext uri="{FF2B5EF4-FFF2-40B4-BE49-F238E27FC236}">
                <a16:creationId xmlns:a16="http://schemas.microsoft.com/office/drawing/2014/main" id="{0D5476D3-6F4D-49D6-9AEA-1D274144F897}"/>
              </a:ext>
            </a:extLst>
          </p:cNvPr>
          <p:cNvSpPr>
            <a:spLocks xmlns:a="http://schemas.openxmlformats.org/drawingml/2006/main" noGrp="1"/>
          </p:cNvSpPr>
          <p:nvPr/>
        </p:nvSpPr>
        <p:spPr>
          <a:xfrm xmlns:a="http://schemas.openxmlformats.org/drawingml/2006/main">
            <a:off x="609600" y="4705350"/>
            <a:ext cx="109728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173343"/>
                </a:solidFill>
                <a:latin typeface="Apple SD Gothic Neo"/>
                <a:ea typeface="Apple SD Gothic Neo"/>
                <a:cs typeface="Apple SD Gothic Neo"/>
              </a:defRPr>
            </a:defPPr>
            <a:lvl1pPr>
              <a:defRPr sz="2250" b="1">
                <a:solidFill>
                  <a:srgbClr val="173343"/>
                </a:solidFill>
                <a:latin typeface="Apple SD Gothic Neo"/>
                <a:ea typeface="Apple SD Gothic Neo"/>
                <a:cs typeface="Apple SD Gothic Neo"/>
              </a:defRPr>
            </a:lvl1pPr>
            <a:lvl2pPr>
              <a:defRPr sz="2250" b="1">
                <a:solidFill>
                  <a:srgbClr val="173343"/>
                </a:solidFill>
                <a:latin typeface="Apple SD Gothic Neo"/>
                <a:ea typeface="Apple SD Gothic Neo"/>
                <a:cs typeface="Apple SD Gothic Neo"/>
              </a:defRPr>
            </a:lvl2pPr>
            <a:lvl3pPr>
              <a:defRPr sz="2250" b="1">
                <a:solidFill>
                  <a:srgbClr val="173343"/>
                </a:solidFill>
                <a:latin typeface="Apple SD Gothic Neo"/>
                <a:ea typeface="Apple SD Gothic Neo"/>
                <a:cs typeface="Apple SD Gothic Neo"/>
              </a:defRPr>
            </a:lvl3pPr>
            <a:lvl4pPr>
              <a:defRPr sz="2250" b="1">
                <a:solidFill>
                  <a:srgbClr val="173343"/>
                </a:solidFill>
                <a:latin typeface="Apple SD Gothic Neo"/>
                <a:ea typeface="Apple SD Gothic Neo"/>
                <a:cs typeface="Apple SD Gothic Neo"/>
              </a:defRPr>
            </a:lvl4pPr>
            <a:lvl5pPr>
              <a:defRPr sz="2250" b="1">
                <a:solidFill>
                  <a:srgbClr val="173343"/>
                </a:solidFill>
                <a:latin typeface="Apple SD Gothic Neo"/>
                <a:ea typeface="Apple SD Gothic Neo"/>
                <a:cs typeface="Apple SD Gothic Neo"/>
              </a:defRPr>
            </a:lvl5pPr>
            <a:lvl6pPr>
              <a:defRPr sz="2250" b="1">
                <a:solidFill>
                  <a:srgbClr val="173343"/>
                </a:solidFill>
                <a:latin typeface="Apple SD Gothic Neo"/>
                <a:ea typeface="Apple SD Gothic Neo"/>
                <a:cs typeface="Apple SD Gothic Neo"/>
              </a:defRPr>
            </a:lvl6pPr>
            <a:lvl7pPr>
              <a:defRPr sz="2250" b="1">
                <a:solidFill>
                  <a:srgbClr val="173343"/>
                </a:solidFill>
                <a:latin typeface="Apple SD Gothic Neo"/>
                <a:ea typeface="Apple SD Gothic Neo"/>
                <a:cs typeface="Apple SD Gothic Neo"/>
              </a:defRPr>
            </a:lvl7pPr>
            <a:lvl8pPr>
              <a:defRPr sz="2250" b="1">
                <a:solidFill>
                  <a:srgbClr val="173343"/>
                </a:solidFill>
                <a:latin typeface="Apple SD Gothic Neo"/>
                <a:ea typeface="Apple SD Gothic Neo"/>
                <a:cs typeface="Apple SD Gothic Neo"/>
              </a:defRPr>
            </a:lvl8pPr>
            <a:lvl9pPr>
              <a:defRPr sz="2250" b="1">
                <a:solidFill>
                  <a:srgbClr val="173343"/>
                </a:solidFill>
                <a:latin typeface="Apple SD Gothic Neo"/>
                <a:ea typeface="Apple SD Gothic Neo"/>
                <a:cs typeface="Apple SD Gothic Neo"/>
              </a:defRPr>
            </a:lvl9pPr>
          </a:lstStyle>
          <a:p xmlns:a="http://schemas.openxmlformats.org/drawingml/2006/main">
            <a:pPr>
              <a:defRPr sz="2250" b="1">
                <a:solidFill>
                  <a:srgbClr val="173343"/>
                </a:solidFill>
                <a:latin typeface="Apple SD Gothic Neo"/>
                <a:ea typeface="Apple SD Gothic Neo"/>
                <a:cs typeface="Apple SD Gothic Neo"/>
              </a:defRPr>
            </a:pPr>
            <a:r>
              <a:rPr sz="2250" b="1">
                <a:solidFill>
                  <a:srgbClr val="173343"/>
                </a:solidFill>
                <a:latin typeface="Apple SD Gothic Neo"/>
                <a:ea typeface="Apple SD Gothic Neo"/>
                <a:cs typeface="Apple SD Gothic Neo"/>
              </a:rPr>
              <a:t>남은 한계: 작은 코퍼스 · 요약 손실/비용 · Judge 편향</a:t>
            </a:r>
          </a:p>
        </p:txBody>
      </p:sp>
      <p:sp>
        <p:nvSpPr>
          <p:cNvPr id="10" name="">
            <a:extLst xmlns:a="http://schemas.openxmlformats.org/drawingml/2006/main">
              <a:ext uri="{FF2B5EF4-FFF2-40B4-BE49-F238E27FC236}">
                <a16:creationId xmlns:a16="http://schemas.microsoft.com/office/drawing/2014/main" id="{CD7020CE-FFFF-45C6-920C-3E5EB92D291A}"/>
              </a:ext>
            </a:extLst>
          </p:cNvPr>
          <p:cNvSpPr>
            <a:spLocks xmlns:a="http://schemas.openxmlformats.org/drawingml/2006/main" noGrp="1"/>
          </p:cNvSpPr>
          <p:nvPr/>
        </p:nvSpPr>
        <p:spPr>
          <a:xfrm xmlns:a="http://schemas.openxmlformats.org/drawingml/2006/main">
            <a:off x="609600" y="5353050"/>
            <a:ext cx="1095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087D69"/>
                </a:solidFill>
                <a:latin typeface="Apple SD Gothic Neo"/>
                <a:ea typeface="Apple SD Gothic Neo"/>
                <a:cs typeface="Apple SD Gothic Neo"/>
              </a:defRPr>
            </a:defPPr>
            <a:lvl1pPr>
              <a:defRPr sz="2175" b="1">
                <a:solidFill>
                  <a:srgbClr val="087D69"/>
                </a:solidFill>
                <a:latin typeface="Apple SD Gothic Neo"/>
                <a:ea typeface="Apple SD Gothic Neo"/>
                <a:cs typeface="Apple SD Gothic Neo"/>
              </a:defRPr>
            </a:lvl1pPr>
            <a:lvl2pPr>
              <a:defRPr sz="2175" b="1">
                <a:solidFill>
                  <a:srgbClr val="087D69"/>
                </a:solidFill>
                <a:latin typeface="Apple SD Gothic Neo"/>
                <a:ea typeface="Apple SD Gothic Neo"/>
                <a:cs typeface="Apple SD Gothic Neo"/>
              </a:defRPr>
            </a:lvl2pPr>
            <a:lvl3pPr>
              <a:defRPr sz="2175" b="1">
                <a:solidFill>
                  <a:srgbClr val="087D69"/>
                </a:solidFill>
                <a:latin typeface="Apple SD Gothic Neo"/>
                <a:ea typeface="Apple SD Gothic Neo"/>
                <a:cs typeface="Apple SD Gothic Neo"/>
              </a:defRPr>
            </a:lvl3pPr>
            <a:lvl4pPr>
              <a:defRPr sz="2175" b="1">
                <a:solidFill>
                  <a:srgbClr val="087D69"/>
                </a:solidFill>
                <a:latin typeface="Apple SD Gothic Neo"/>
                <a:ea typeface="Apple SD Gothic Neo"/>
                <a:cs typeface="Apple SD Gothic Neo"/>
              </a:defRPr>
            </a:lvl4pPr>
            <a:lvl5pPr>
              <a:defRPr sz="2175" b="1">
                <a:solidFill>
                  <a:srgbClr val="087D69"/>
                </a:solidFill>
                <a:latin typeface="Apple SD Gothic Neo"/>
                <a:ea typeface="Apple SD Gothic Neo"/>
                <a:cs typeface="Apple SD Gothic Neo"/>
              </a:defRPr>
            </a:lvl5pPr>
            <a:lvl6pPr>
              <a:defRPr sz="2175" b="1">
                <a:solidFill>
                  <a:srgbClr val="087D69"/>
                </a:solidFill>
                <a:latin typeface="Apple SD Gothic Neo"/>
                <a:ea typeface="Apple SD Gothic Neo"/>
                <a:cs typeface="Apple SD Gothic Neo"/>
              </a:defRPr>
            </a:lvl6pPr>
            <a:lvl7pPr>
              <a:defRPr sz="2175" b="1">
                <a:solidFill>
                  <a:srgbClr val="087D69"/>
                </a:solidFill>
                <a:latin typeface="Apple SD Gothic Neo"/>
                <a:ea typeface="Apple SD Gothic Neo"/>
                <a:cs typeface="Apple SD Gothic Neo"/>
              </a:defRPr>
            </a:lvl7pPr>
            <a:lvl8pPr>
              <a:defRPr sz="2175" b="1">
                <a:solidFill>
                  <a:srgbClr val="087D69"/>
                </a:solidFill>
                <a:latin typeface="Apple SD Gothic Neo"/>
                <a:ea typeface="Apple SD Gothic Neo"/>
                <a:cs typeface="Apple SD Gothic Neo"/>
              </a:defRPr>
            </a:lvl8pPr>
            <a:lvl9pPr>
              <a:defRPr sz="2175" b="1">
                <a:solidFill>
                  <a:srgbClr val="087D69"/>
                </a:solidFill>
                <a:latin typeface="Apple SD Gothic Neo"/>
                <a:ea typeface="Apple SD Gothic Neo"/>
                <a:cs typeface="Apple SD Gothic Neo"/>
              </a:defRPr>
            </a:lvl9pPr>
          </a:lstStyle>
          <a:p xmlns:a="http://schemas.openxmlformats.org/drawingml/2006/main">
            <a:pPr>
              <a:defRPr sz="2175" b="1">
                <a:solidFill>
                  <a:srgbClr val="087D69"/>
                </a:solidFill>
                <a:latin typeface="Apple SD Gothic Neo"/>
                <a:ea typeface="Apple SD Gothic Neo"/>
                <a:cs typeface="Apple SD Gothic Neo"/>
              </a:defRPr>
            </a:pPr>
            <a:r>
              <a:rPr sz="2175" b="1">
                <a:solidFill>
                  <a:srgbClr val="087D69"/>
                </a:solidFill>
                <a:latin typeface="Apple SD Gothic Neo"/>
                <a:ea typeface="Apple SD Gothic Neo"/>
                <a:cs typeface="Apple SD Gothic Neo"/>
              </a:rPr>
              <a:t>다음: 같은 입력으로 OpenAI 추가 검증</a:t>
            </a:r>
          </a:p>
        </p:txBody>
      </p:sp>
      <p:sp>
        <p:nvSpPr>
          <p:cNvPr id="11" name="">
            <a:extLst xmlns:a="http://schemas.openxmlformats.org/drawingml/2006/main">
              <a:ext uri="{FF2B5EF4-FFF2-40B4-BE49-F238E27FC236}">
                <a16:creationId xmlns:a16="http://schemas.microsoft.com/office/drawing/2014/main" id="{CD4FBDB9-A6AA-4D7A-ACE4-6939D68A8C38}"/>
              </a:ext>
            </a:extLst>
          </p:cNvPr>
          <p:cNvSpPr>
            <a:spLocks xmlns:a="http://schemas.openxmlformats.org/drawingml/2006/main" noGrp="1"/>
          </p:cNvSpPr>
          <p:nvPr/>
        </p:nvSpPr>
        <p:spPr>
          <a:xfrm xmlns:a="http://schemas.openxmlformats.org/drawingml/2006/main">
            <a:off x="609600" y="5772150"/>
            <a:ext cx="10953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526A77"/>
                </a:solidFill>
                <a:latin typeface="Apple SD Gothic Neo"/>
                <a:ea typeface="Apple SD Gothic Neo"/>
                <a:cs typeface="Apple SD Gothic Neo"/>
              </a:defRPr>
            </a:defPPr>
            <a:lvl1pPr>
              <a:defRPr sz="1500" b="0">
                <a:solidFill>
                  <a:srgbClr val="526A77"/>
                </a:solidFill>
                <a:latin typeface="Apple SD Gothic Neo"/>
                <a:ea typeface="Apple SD Gothic Neo"/>
                <a:cs typeface="Apple SD Gothic Neo"/>
              </a:defRPr>
            </a:lvl1pPr>
            <a:lvl2pPr>
              <a:defRPr sz="1500" b="0">
                <a:solidFill>
                  <a:srgbClr val="526A77"/>
                </a:solidFill>
                <a:latin typeface="Apple SD Gothic Neo"/>
                <a:ea typeface="Apple SD Gothic Neo"/>
                <a:cs typeface="Apple SD Gothic Neo"/>
              </a:defRPr>
            </a:lvl2pPr>
            <a:lvl3pPr>
              <a:defRPr sz="1500" b="0">
                <a:solidFill>
                  <a:srgbClr val="526A77"/>
                </a:solidFill>
                <a:latin typeface="Apple SD Gothic Neo"/>
                <a:ea typeface="Apple SD Gothic Neo"/>
                <a:cs typeface="Apple SD Gothic Neo"/>
              </a:defRPr>
            </a:lvl3pPr>
            <a:lvl4pPr>
              <a:defRPr sz="1500" b="0">
                <a:solidFill>
                  <a:srgbClr val="526A77"/>
                </a:solidFill>
                <a:latin typeface="Apple SD Gothic Neo"/>
                <a:ea typeface="Apple SD Gothic Neo"/>
                <a:cs typeface="Apple SD Gothic Neo"/>
              </a:defRPr>
            </a:lvl4pPr>
            <a:lvl5pPr>
              <a:defRPr sz="1500" b="0">
                <a:solidFill>
                  <a:srgbClr val="526A77"/>
                </a:solidFill>
                <a:latin typeface="Apple SD Gothic Neo"/>
                <a:ea typeface="Apple SD Gothic Neo"/>
                <a:cs typeface="Apple SD Gothic Neo"/>
              </a:defRPr>
            </a:lvl5pPr>
            <a:lvl6pPr>
              <a:defRPr sz="1500" b="0">
                <a:solidFill>
                  <a:srgbClr val="526A77"/>
                </a:solidFill>
                <a:latin typeface="Apple SD Gothic Neo"/>
                <a:ea typeface="Apple SD Gothic Neo"/>
                <a:cs typeface="Apple SD Gothic Neo"/>
              </a:defRPr>
            </a:lvl6pPr>
            <a:lvl7pPr>
              <a:defRPr sz="1500" b="0">
                <a:solidFill>
                  <a:srgbClr val="526A77"/>
                </a:solidFill>
                <a:latin typeface="Apple SD Gothic Neo"/>
                <a:ea typeface="Apple SD Gothic Neo"/>
                <a:cs typeface="Apple SD Gothic Neo"/>
              </a:defRPr>
            </a:lvl7pPr>
            <a:lvl8pPr>
              <a:defRPr sz="1500" b="0">
                <a:solidFill>
                  <a:srgbClr val="526A77"/>
                </a:solidFill>
                <a:latin typeface="Apple SD Gothic Neo"/>
                <a:ea typeface="Apple SD Gothic Neo"/>
                <a:cs typeface="Apple SD Gothic Neo"/>
              </a:defRPr>
            </a:lvl8pPr>
            <a:lvl9pPr>
              <a:defRPr sz="1500" b="0">
                <a:solidFill>
                  <a:srgbClr val="526A77"/>
                </a:solidFill>
                <a:latin typeface="Apple SD Gothic Neo"/>
                <a:ea typeface="Apple SD Gothic Neo"/>
                <a:cs typeface="Apple SD Gothic Neo"/>
              </a:defRPr>
            </a:lvl9pPr>
          </a:lstStyle>
          <a:p xmlns:a="http://schemas.openxmlformats.org/drawingml/2006/main">
            <a:pPr>
              <a:defRPr sz="1500" b="0">
                <a:solidFill>
                  <a:srgbClr val="526A77"/>
                </a:solidFill>
                <a:latin typeface="Apple SD Gothic Neo"/>
                <a:ea typeface="Apple SD Gothic Neo"/>
                <a:cs typeface="Apple SD Gothic Neo"/>
              </a:defRPr>
            </a:pPr>
            <a:r>
              <a:rPr sz="1500" b="0">
                <a:solidFill>
                  <a:srgbClr val="526A77"/>
                </a:solidFill>
                <a:latin typeface="Apple SD Gothic Neo"/>
                <a:ea typeface="Apple SD Gothic Neo"/>
                <a:cs typeface="Apple SD Gothic Neo"/>
              </a:rPr>
              <a:t>합성 데이터 기반 결과입니다. OpenAI 검증은 미실행이며 로컬 API 청구액은 $0입니다.</a:t>
            </a:r>
          </a:p>
        </p:txBody>
      </p:sp>
    </p:spTree>
    <p:extLst>
      <p:ext uri="{BB962C8B-B14F-4D97-AF65-F5344CB8AC3E}">
        <p14:creationId xmlns:p14="http://schemas.microsoft.com/office/powerpoint/2010/main" val="1658974050"/>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6B6B238F-04DF-4EA6-AD03-E58C1D3086BB}"/>
              </a:ext>
            </a:extLst>
          </p:cNvPr>
          <p:cNvSpPr>
            <a:spLocks xmlns:a="http://schemas.openxmlformats.org/drawingml/2006/main" noGrp="1"/>
          </p:cNvSpPr>
          <p:nvPr/>
        </p:nvSpPr>
        <p:spPr>
          <a:xfrm xmlns:a="http://schemas.openxmlformats.org/drawingml/2006/main">
            <a:off x="609600" y="32385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087D69"/>
                </a:solidFill>
                <a:latin typeface="Apple SD Gothic Neo"/>
                <a:ea typeface="Apple SD Gothic Neo"/>
                <a:cs typeface="Apple SD Gothic Neo"/>
              </a:defRPr>
            </a:defPPr>
            <a:lvl1pPr>
              <a:defRPr sz="1425" b="1">
                <a:solidFill>
                  <a:srgbClr val="087D69"/>
                </a:solidFill>
                <a:latin typeface="Apple SD Gothic Neo"/>
                <a:ea typeface="Apple SD Gothic Neo"/>
                <a:cs typeface="Apple SD Gothic Neo"/>
              </a:defRPr>
            </a:lvl1pPr>
            <a:lvl2pPr>
              <a:defRPr sz="1425" b="1">
                <a:solidFill>
                  <a:srgbClr val="087D69"/>
                </a:solidFill>
                <a:latin typeface="Apple SD Gothic Neo"/>
                <a:ea typeface="Apple SD Gothic Neo"/>
                <a:cs typeface="Apple SD Gothic Neo"/>
              </a:defRPr>
            </a:lvl2pPr>
            <a:lvl3pPr>
              <a:defRPr sz="1425" b="1">
                <a:solidFill>
                  <a:srgbClr val="087D69"/>
                </a:solidFill>
                <a:latin typeface="Apple SD Gothic Neo"/>
                <a:ea typeface="Apple SD Gothic Neo"/>
                <a:cs typeface="Apple SD Gothic Neo"/>
              </a:defRPr>
            </a:lvl3pPr>
            <a:lvl4pPr>
              <a:defRPr sz="1425" b="1">
                <a:solidFill>
                  <a:srgbClr val="087D69"/>
                </a:solidFill>
                <a:latin typeface="Apple SD Gothic Neo"/>
                <a:ea typeface="Apple SD Gothic Neo"/>
                <a:cs typeface="Apple SD Gothic Neo"/>
              </a:defRPr>
            </a:lvl4pPr>
            <a:lvl5pPr>
              <a:defRPr sz="1425" b="1">
                <a:solidFill>
                  <a:srgbClr val="087D69"/>
                </a:solidFill>
                <a:latin typeface="Apple SD Gothic Neo"/>
                <a:ea typeface="Apple SD Gothic Neo"/>
                <a:cs typeface="Apple SD Gothic Neo"/>
              </a:defRPr>
            </a:lvl5pPr>
            <a:lvl6pPr>
              <a:defRPr sz="1425" b="1">
                <a:solidFill>
                  <a:srgbClr val="087D69"/>
                </a:solidFill>
                <a:latin typeface="Apple SD Gothic Neo"/>
                <a:ea typeface="Apple SD Gothic Neo"/>
                <a:cs typeface="Apple SD Gothic Neo"/>
              </a:defRPr>
            </a:lvl6pPr>
            <a:lvl7pPr>
              <a:defRPr sz="1425" b="1">
                <a:solidFill>
                  <a:srgbClr val="087D69"/>
                </a:solidFill>
                <a:latin typeface="Apple SD Gothic Neo"/>
                <a:ea typeface="Apple SD Gothic Neo"/>
                <a:cs typeface="Apple SD Gothic Neo"/>
              </a:defRPr>
            </a:lvl7pPr>
            <a:lvl8pPr>
              <a:defRPr sz="1425" b="1">
                <a:solidFill>
                  <a:srgbClr val="087D69"/>
                </a:solidFill>
                <a:latin typeface="Apple SD Gothic Neo"/>
                <a:ea typeface="Apple SD Gothic Neo"/>
                <a:cs typeface="Apple SD Gothic Neo"/>
              </a:defRPr>
            </a:lvl8pPr>
            <a:lvl9pPr>
              <a:defRPr sz="1425" b="1">
                <a:solidFill>
                  <a:srgbClr val="087D69"/>
                </a:solidFill>
                <a:latin typeface="Apple SD Gothic Neo"/>
                <a:ea typeface="Apple SD Gothic Neo"/>
                <a:cs typeface="Apple SD Gothic Neo"/>
              </a:defRPr>
            </a:lvl9pPr>
          </a:lstStyle>
          <a:p xmlns:a="http://schemas.openxmlformats.org/drawingml/2006/main">
            <a:pPr>
              <a:defRPr sz="1425" b="1">
                <a:solidFill>
                  <a:srgbClr val="087D69"/>
                </a:solidFill>
                <a:latin typeface="Apple SD Gothic Neo"/>
                <a:ea typeface="Apple SD Gothic Neo"/>
                <a:cs typeface="Apple SD Gothic Neo"/>
              </a:defRPr>
            </a:pPr>
            <a:r>
              <a:rPr sz="1425" b="1">
                <a:solidFill>
                  <a:srgbClr val="087D69"/>
                </a:solidFill>
                <a:latin typeface="Apple SD Gothic Neo"/>
                <a:ea typeface="Apple SD Gothic Neo"/>
                <a:cs typeface="Apple SD Gothic Neo"/>
              </a:rPr>
              <a:t>질의응답</a:t>
            </a:r>
          </a:p>
        </p:txBody>
      </p:sp>
      <p:sp>
        <p:nvSpPr>
          <p:cNvPr id="2" name="">
            <a:extLst xmlns:a="http://schemas.openxmlformats.org/drawingml/2006/main">
              <a:ext uri="{FF2B5EF4-FFF2-40B4-BE49-F238E27FC236}">
                <a16:creationId xmlns:a16="http://schemas.microsoft.com/office/drawing/2014/main" id="{A7750D12-8BAF-48C5-AD84-D8AE691A9666}"/>
              </a:ext>
            </a:extLst>
          </p:cNvPr>
          <p:cNvSpPr>
            <a:spLocks xmlns:a="http://schemas.openxmlformats.org/drawingml/2006/main" noGrp="1"/>
          </p:cNvSpPr>
          <p:nvPr/>
        </p:nvSpPr>
        <p:spPr>
          <a:xfrm xmlns:a="http://schemas.openxmlformats.org/drawingml/2006/main">
            <a:off x="609600" y="83820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75" b="1">
                <a:solidFill>
                  <a:srgbClr val="173343"/>
                </a:solidFill>
                <a:latin typeface="Apple SD Gothic Neo"/>
                <a:ea typeface="Apple SD Gothic Neo"/>
                <a:cs typeface="Apple SD Gothic Neo"/>
              </a:defRPr>
            </a:defPPr>
            <a:lvl1pPr>
              <a:defRPr sz="3375" b="1">
                <a:solidFill>
                  <a:srgbClr val="173343"/>
                </a:solidFill>
                <a:latin typeface="Apple SD Gothic Neo"/>
                <a:ea typeface="Apple SD Gothic Neo"/>
                <a:cs typeface="Apple SD Gothic Neo"/>
              </a:defRPr>
            </a:lvl1pPr>
            <a:lvl2pPr>
              <a:defRPr sz="3375" b="1">
                <a:solidFill>
                  <a:srgbClr val="173343"/>
                </a:solidFill>
                <a:latin typeface="Apple SD Gothic Neo"/>
                <a:ea typeface="Apple SD Gothic Neo"/>
                <a:cs typeface="Apple SD Gothic Neo"/>
              </a:defRPr>
            </a:lvl2pPr>
            <a:lvl3pPr>
              <a:defRPr sz="3375" b="1">
                <a:solidFill>
                  <a:srgbClr val="173343"/>
                </a:solidFill>
                <a:latin typeface="Apple SD Gothic Neo"/>
                <a:ea typeface="Apple SD Gothic Neo"/>
                <a:cs typeface="Apple SD Gothic Neo"/>
              </a:defRPr>
            </a:lvl3pPr>
            <a:lvl4pPr>
              <a:defRPr sz="3375" b="1">
                <a:solidFill>
                  <a:srgbClr val="173343"/>
                </a:solidFill>
                <a:latin typeface="Apple SD Gothic Neo"/>
                <a:ea typeface="Apple SD Gothic Neo"/>
                <a:cs typeface="Apple SD Gothic Neo"/>
              </a:defRPr>
            </a:lvl4pPr>
            <a:lvl5pPr>
              <a:defRPr sz="3375" b="1">
                <a:solidFill>
                  <a:srgbClr val="173343"/>
                </a:solidFill>
                <a:latin typeface="Apple SD Gothic Neo"/>
                <a:ea typeface="Apple SD Gothic Neo"/>
                <a:cs typeface="Apple SD Gothic Neo"/>
              </a:defRPr>
            </a:lvl5pPr>
            <a:lvl6pPr>
              <a:defRPr sz="3375" b="1">
                <a:solidFill>
                  <a:srgbClr val="173343"/>
                </a:solidFill>
                <a:latin typeface="Apple SD Gothic Neo"/>
                <a:ea typeface="Apple SD Gothic Neo"/>
                <a:cs typeface="Apple SD Gothic Neo"/>
              </a:defRPr>
            </a:lvl6pPr>
            <a:lvl7pPr>
              <a:defRPr sz="3375" b="1">
                <a:solidFill>
                  <a:srgbClr val="173343"/>
                </a:solidFill>
                <a:latin typeface="Apple SD Gothic Neo"/>
                <a:ea typeface="Apple SD Gothic Neo"/>
                <a:cs typeface="Apple SD Gothic Neo"/>
              </a:defRPr>
            </a:lvl7pPr>
            <a:lvl8pPr>
              <a:defRPr sz="3375" b="1">
                <a:solidFill>
                  <a:srgbClr val="173343"/>
                </a:solidFill>
                <a:latin typeface="Apple SD Gothic Neo"/>
                <a:ea typeface="Apple SD Gothic Neo"/>
                <a:cs typeface="Apple SD Gothic Neo"/>
              </a:defRPr>
            </a:lvl8pPr>
            <a:lvl9pPr>
              <a:defRPr sz="3375" b="1">
                <a:solidFill>
                  <a:srgbClr val="173343"/>
                </a:solidFill>
                <a:latin typeface="Apple SD Gothic Neo"/>
                <a:ea typeface="Apple SD Gothic Neo"/>
                <a:cs typeface="Apple SD Gothic Neo"/>
              </a:defRPr>
            </a:lvl9pPr>
          </a:lstStyle>
          <a:p xmlns:a="http://schemas.openxmlformats.org/drawingml/2006/main">
            <a:pPr>
              <a:defRPr sz="3375" b="1">
                <a:solidFill>
                  <a:srgbClr val="173343"/>
                </a:solidFill>
                <a:latin typeface="Apple SD Gothic Neo"/>
                <a:ea typeface="Apple SD Gothic Neo"/>
                <a:cs typeface="Apple SD Gothic Neo"/>
              </a:defRPr>
            </a:pPr>
            <a:r>
              <a:rPr sz="3375" b="1">
                <a:solidFill>
                  <a:srgbClr val="173343"/>
                </a:solidFill>
                <a:latin typeface="Apple SD Gothic Neo"/>
                <a:ea typeface="Apple SD Gothic Neo"/>
                <a:cs typeface="Apple SD Gothic Neo"/>
              </a:rPr>
              <a:t>부록 · 비교 수치의 조건</a:t>
            </a:r>
          </a:p>
        </p:txBody>
      </p:sp>
      <p:sp>
        <p:nvSpPr>
          <p:cNvPr id="3" name="">
            <a:extLst xmlns:a="http://schemas.openxmlformats.org/drawingml/2006/main">
              <a:ext uri="{FF2B5EF4-FFF2-40B4-BE49-F238E27FC236}">
                <a16:creationId xmlns:a16="http://schemas.microsoft.com/office/drawing/2014/main" id="{0B28E7B2-89C7-4EAB-BD4D-FD0E9788AE57}"/>
              </a:ext>
            </a:extLst>
          </p:cNvPr>
          <p:cNvSpPr>
            <a:spLocks xmlns:a="http://schemas.openxmlformats.org/drawingml/2006/main" noGrp="1"/>
          </p:cNvSpPr>
          <p:nvPr/>
        </p:nvSpPr>
        <p:spPr>
          <a:xfrm xmlns:a="http://schemas.openxmlformats.org/drawingml/2006/main">
            <a:off x="9810750" y="6381750"/>
            <a:ext cx="1809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26A77"/>
                </a:solidFill>
                <a:latin typeface="Apple SD Gothic Neo"/>
                <a:ea typeface="Apple SD Gothic Neo"/>
                <a:cs typeface="Apple SD Gothic Neo"/>
              </a:defRPr>
            </a:defPPr>
            <a:lvl1pPr>
              <a:defRPr sz="1275" b="0">
                <a:solidFill>
                  <a:srgbClr val="526A77"/>
                </a:solidFill>
                <a:latin typeface="Apple SD Gothic Neo"/>
                <a:ea typeface="Apple SD Gothic Neo"/>
                <a:cs typeface="Apple SD Gothic Neo"/>
              </a:defRPr>
            </a:lvl1pPr>
            <a:lvl2pPr>
              <a:defRPr sz="1275" b="0">
                <a:solidFill>
                  <a:srgbClr val="526A77"/>
                </a:solidFill>
                <a:latin typeface="Apple SD Gothic Neo"/>
                <a:ea typeface="Apple SD Gothic Neo"/>
                <a:cs typeface="Apple SD Gothic Neo"/>
              </a:defRPr>
            </a:lvl2pPr>
            <a:lvl3pPr>
              <a:defRPr sz="1275" b="0">
                <a:solidFill>
                  <a:srgbClr val="526A77"/>
                </a:solidFill>
                <a:latin typeface="Apple SD Gothic Neo"/>
                <a:ea typeface="Apple SD Gothic Neo"/>
                <a:cs typeface="Apple SD Gothic Neo"/>
              </a:defRPr>
            </a:lvl3pPr>
            <a:lvl4pPr>
              <a:defRPr sz="1275" b="0">
                <a:solidFill>
                  <a:srgbClr val="526A77"/>
                </a:solidFill>
                <a:latin typeface="Apple SD Gothic Neo"/>
                <a:ea typeface="Apple SD Gothic Neo"/>
                <a:cs typeface="Apple SD Gothic Neo"/>
              </a:defRPr>
            </a:lvl4pPr>
            <a:lvl5pPr>
              <a:defRPr sz="1275" b="0">
                <a:solidFill>
                  <a:srgbClr val="526A77"/>
                </a:solidFill>
                <a:latin typeface="Apple SD Gothic Neo"/>
                <a:ea typeface="Apple SD Gothic Neo"/>
                <a:cs typeface="Apple SD Gothic Neo"/>
              </a:defRPr>
            </a:lvl5pPr>
            <a:lvl6pPr>
              <a:defRPr sz="1275" b="0">
                <a:solidFill>
                  <a:srgbClr val="526A77"/>
                </a:solidFill>
                <a:latin typeface="Apple SD Gothic Neo"/>
                <a:ea typeface="Apple SD Gothic Neo"/>
                <a:cs typeface="Apple SD Gothic Neo"/>
              </a:defRPr>
            </a:lvl6pPr>
            <a:lvl7pPr>
              <a:defRPr sz="1275" b="0">
                <a:solidFill>
                  <a:srgbClr val="526A77"/>
                </a:solidFill>
                <a:latin typeface="Apple SD Gothic Neo"/>
                <a:ea typeface="Apple SD Gothic Neo"/>
                <a:cs typeface="Apple SD Gothic Neo"/>
              </a:defRPr>
            </a:lvl7pPr>
            <a:lvl8pPr>
              <a:defRPr sz="1275" b="0">
                <a:solidFill>
                  <a:srgbClr val="526A77"/>
                </a:solidFill>
                <a:latin typeface="Apple SD Gothic Neo"/>
                <a:ea typeface="Apple SD Gothic Neo"/>
                <a:cs typeface="Apple SD Gothic Neo"/>
              </a:defRPr>
            </a:lvl8pPr>
            <a:lvl9pPr>
              <a:defRPr sz="1275" b="0">
                <a:solidFill>
                  <a:srgbClr val="526A77"/>
                </a:solidFill>
                <a:latin typeface="Apple SD Gothic Neo"/>
                <a:ea typeface="Apple SD Gothic Neo"/>
                <a:cs typeface="Apple SD Gothic Neo"/>
              </a:defRPr>
            </a:lvl9pPr>
          </a:lstStyle>
          <a:p xmlns:a="http://schemas.openxmlformats.org/drawingml/2006/main">
            <a:pPr>
              <a:defRPr sz="1275" b="0">
                <a:solidFill>
                  <a:srgbClr val="526A77"/>
                </a:solidFill>
                <a:latin typeface="Apple SD Gothic Neo"/>
                <a:ea typeface="Apple SD Gothic Neo"/>
                <a:cs typeface="Apple SD Gothic Neo"/>
              </a:defRPr>
            </a:pPr>
            <a:r>
              <a:rPr sz="1275" b="0">
                <a:solidFill>
                  <a:srgbClr val="526A77"/>
                </a:solidFill>
                <a:latin typeface="Apple SD Gothic Neo"/>
                <a:ea typeface="Apple SD Gothic Neo"/>
                <a:cs typeface="Apple SD Gothic Neo"/>
              </a:rPr>
              <a:t>08  /  질의응답 부록</a:t>
            </a:r>
          </a:p>
        </p:txBody>
      </p:sp>
      <p:graphicFrame>
        <p:nvGraphicFramePr>
          <p:cNvPr id="4" name="">
            <a:extLst xmlns:a="http://schemas.openxmlformats.org/drawingml/2006/main">
              <a:ext uri="{FF2B5EF4-FFF2-40B4-BE49-F238E27FC236}">
                <a16:creationId xmlns:a16="http://schemas.microsoft.com/office/drawing/2014/main" id="{DA6EA30D-75A0-4EEC-AB1D-48A5A2533463}"/>
              </a:ext>
            </a:extLst>
          </p:cNvPr>
          <p:cNvGraphicFramePr/>
          <p:nvPr/>
        </p:nvGraphicFramePr>
        <p:xfrm>
          <a:off xmlns:a="http://schemas.openxmlformats.org/drawingml/2006/main" x="609600" y="2000250"/>
          <a:ext xmlns:a="http://schemas.openxmlformats.org/drawingml/2006/main" cx="10972800" cy="3381375"/>
        </p:xfrm>
        <a:graphic xmlns:a="http://schemas.openxmlformats.org/drawingml/2006/main">
          <a:graphicData uri="http://schemas.openxmlformats.org/drawingml/2006/table">
            <a:tbl>
              <a:tblPr firstRow="0" bandRow="0"/>
              <a:tblGrid>
                <a:gridCol w="1562100"/>
                <a:gridCol w="4895850"/>
                <a:gridCol w="4514850"/>
              </a:tblGrid>
              <a:tr h="563563">
                <a:tc>
                  <a:txBody>
                    <a:bodyPr/>
                    <a:lstStyle/>
                    <a:p>
                      <a:r>
                        <a:rPr sz="1725" b="1">
                          <a:solidFill>
                            <a:srgbClr val="FFFFFF"/>
                          </a:solidFill>
                          <a:latin typeface="Apple SD Gothic Neo"/>
                          <a:ea typeface="Apple SD Gothic Neo"/>
                          <a:cs typeface="Apple SD Gothic Neo"/>
                        </a:rPr>
                        <a:t>비교</a:t>
                      </a:r>
                    </a:p>
                  </a:txBody>
                  <a:tcPr marL="91440" marR="91440" marT="45720" marB="45720">
                    <a:lnL w="6668">
                      <a:solidFill>
                        <a:srgbClr val="D6E4DF"/>
                      </a:solidFill>
                      <a:prstDash val="solid"/>
                    </a:lnL>
                    <a:lnR w="6668">
                      <a:solidFill>
                        <a:srgbClr val="D6E4DF"/>
                      </a:solidFill>
                      <a:prstDash val="solid"/>
                    </a:lnR>
                    <a:lnT w="6668">
                      <a:solidFill>
                        <a:srgbClr val="D6E4DF"/>
                      </a:solidFill>
                      <a:prstDash val="solid"/>
                    </a:lnT>
                    <a:lnB w="6668">
                      <a:solidFill>
                        <a:srgbClr val="D6E4DF"/>
                      </a:solidFill>
                      <a:prstDash val="solid"/>
                    </a:lnB>
                    <a:solidFill>
                      <a:srgbClr val="173343"/>
                    </a:solidFill>
                  </a:tcPr>
                </a:tc>
                <a:tc>
                  <a:txBody>
                    <a:bodyPr/>
                    <a:lstStyle/>
                    <a:p>
                      <a:r>
                        <a:rPr sz="1725" b="1">
                          <a:solidFill>
                            <a:srgbClr val="FFFFFF"/>
                          </a:solidFill>
                          <a:latin typeface="Apple SD Gothic Neo"/>
                          <a:ea typeface="Apple SD Gothic Neo"/>
                          <a:cs typeface="Apple SD Gothic Neo"/>
                        </a:rPr>
                        <a:t>입력과 통제 조건</a:t>
                      </a:r>
                    </a:p>
                  </a:txBody>
                  <a:tcPr marL="91440" marR="91440" marT="45720" marB="45720">
                    <a:lnR w="6668">
                      <a:solidFill>
                        <a:srgbClr val="D6E4DF"/>
                      </a:solidFill>
                      <a:prstDash val="solid"/>
                    </a:lnR>
                    <a:lnT w="6668">
                      <a:solidFill>
                        <a:srgbClr val="D6E4DF"/>
                      </a:solidFill>
                      <a:prstDash val="solid"/>
                    </a:lnT>
                    <a:lnB w="6668">
                      <a:solidFill>
                        <a:srgbClr val="D6E4DF"/>
                      </a:solidFill>
                      <a:prstDash val="solid"/>
                    </a:lnB>
                    <a:solidFill>
                      <a:srgbClr val="173343"/>
                    </a:solidFill>
                  </a:tcPr>
                </a:tc>
                <a:tc>
                  <a:txBody>
                    <a:bodyPr/>
                    <a:lstStyle/>
                    <a:p>
                      <a:r>
                        <a:rPr sz="1725" b="1">
                          <a:solidFill>
                            <a:srgbClr val="FFFFFF"/>
                          </a:solidFill>
                          <a:latin typeface="Apple SD Gothic Neo"/>
                          <a:ea typeface="Apple SD Gothic Neo"/>
                          <a:cs typeface="Apple SD Gothic Neo"/>
                        </a:rPr>
                        <a:t>전후 결과</a:t>
                      </a:r>
                    </a:p>
                  </a:txBody>
                  <a:tcPr marL="91440" marR="91440" marT="45720" marB="45720">
                    <a:lnR w="6668">
                      <a:solidFill>
                        <a:srgbClr val="D6E4DF"/>
                      </a:solidFill>
                      <a:prstDash val="solid"/>
                    </a:lnR>
                    <a:lnT w="6668">
                      <a:solidFill>
                        <a:srgbClr val="D6E4DF"/>
                      </a:solidFill>
                      <a:prstDash val="solid"/>
                    </a:lnT>
                    <a:lnB w="6668">
                      <a:solidFill>
                        <a:srgbClr val="D6E4DF"/>
                      </a:solidFill>
                      <a:prstDash val="solid"/>
                    </a:lnB>
                    <a:solidFill>
                      <a:srgbClr val="173343"/>
                    </a:solidFill>
                  </a:tcPr>
                </a:tc>
              </a:tr>
              <a:tr h="563563">
                <a:tc>
                  <a:txBody>
                    <a:bodyPr/>
                    <a:lstStyle/>
                    <a:p>
                      <a:r>
                        <a:rPr sz="1725" b="0">
                          <a:solidFill>
                            <a:srgbClr val="173343"/>
                          </a:solidFill>
                          <a:latin typeface="Apple SD Gothic Neo"/>
                          <a:ea typeface="Apple SD Gothic Neo"/>
                          <a:cs typeface="Apple SD Gothic Neo"/>
                        </a:rPr>
                        <a:t>S1 대상</a:t>
                      </a:r>
                    </a:p>
                  </a:txBody>
                  <a:tcPr marL="91440" marR="91440" marT="45720" marB="45720">
                    <a:lnL w="6668">
                      <a:solidFill>
                        <a:srgbClr val="D6E4DF"/>
                      </a:solidFill>
                      <a:prstDash val="solid"/>
                    </a:lnL>
                    <a:lnR w="6668">
                      <a:solidFill>
                        <a:srgbClr val="D6E4DF"/>
                      </a:solidFill>
                      <a:prstDash val="solid"/>
                    </a:lnR>
                    <a:lnB w="6668">
                      <a:solidFill>
                        <a:srgbClr val="D6E4DF"/>
                      </a:solidFill>
                      <a:prstDash val="solid"/>
                    </a:lnB>
                    <a:solidFill>
                      <a:srgbClr val="FFFFFF"/>
                    </a:solidFill>
                  </a:tcPr>
                </a:tc>
                <a:tc>
                  <a:txBody>
                    <a:bodyPr/>
                    <a:lstStyle/>
                    <a:p>
                      <a:r>
                        <a:rPr sz="1725" b="0">
                          <a:solidFill>
                            <a:srgbClr val="173343"/>
                          </a:solidFill>
                          <a:latin typeface="Apple SD Gothic Neo"/>
                          <a:ea typeface="Apple SD Gothic Neo"/>
                          <a:cs typeface="Apple SD Gothic Neo"/>
                        </a:rPr>
                        <a:t>같은 fake·고정 MCP / 운영 2사례</a:t>
                      </a:r>
                    </a:p>
                  </a:txBody>
                  <a:tcPr marL="91440" marR="91440" marT="45720" marB="45720">
                    <a:lnR w="6668">
                      <a:solidFill>
                        <a:srgbClr val="D6E4DF"/>
                      </a:solidFill>
                      <a:prstDash val="solid"/>
                    </a:lnR>
                    <a:lnB w="6668">
                      <a:solidFill>
                        <a:srgbClr val="D6E4DF"/>
                      </a:solidFill>
                      <a:prstDash val="solid"/>
                    </a:lnB>
                    <a:solidFill>
                      <a:srgbClr val="FFFFFF"/>
                    </a:solidFill>
                  </a:tcPr>
                </a:tc>
                <a:tc>
                  <a:txBody>
                    <a:bodyPr/>
                    <a:lstStyle/>
                    <a:p>
                      <a:r>
                        <a:rPr sz="1725" b="0">
                          <a:solidFill>
                            <a:srgbClr val="173343"/>
                          </a:solidFill>
                          <a:latin typeface="Apple SD Gothic Neo"/>
                          <a:ea typeface="Apple SD Gothic Neo"/>
                          <a:cs typeface="Apple SD Gothic Neo"/>
                        </a:rPr>
                        <a:t>허용 외 조회 2/2 → 0/2</a:t>
                      </a:r>
                    </a:p>
                  </a:txBody>
                  <a:tcPr marL="91440" marR="91440" marT="45720" marB="45720">
                    <a:lnR w="6668">
                      <a:solidFill>
                        <a:srgbClr val="D6E4DF"/>
                      </a:solidFill>
                      <a:prstDash val="solid"/>
                    </a:lnR>
                    <a:lnB w="6668">
                      <a:solidFill>
                        <a:srgbClr val="D6E4DF"/>
                      </a:solidFill>
                      <a:prstDash val="solid"/>
                    </a:lnB>
                    <a:solidFill>
                      <a:srgbClr val="FFFFFF"/>
                    </a:solidFill>
                  </a:tcPr>
                </a:tc>
              </a:tr>
              <a:tr h="563563">
                <a:tc>
                  <a:txBody>
                    <a:bodyPr/>
                    <a:lstStyle/>
                    <a:p>
                      <a:r>
                        <a:rPr sz="1725" b="0">
                          <a:solidFill>
                            <a:srgbClr val="173343"/>
                          </a:solidFill>
                          <a:latin typeface="Apple SD Gothic Neo"/>
                          <a:ea typeface="Apple SD Gothic Neo"/>
                          <a:cs typeface="Apple SD Gothic Neo"/>
                        </a:rPr>
                        <a:t>S2 RAG</a:t>
                      </a:r>
                    </a:p>
                  </a:txBody>
                  <a:tcPr marL="91440" marR="91440" marT="45720" marB="45720">
                    <a:lnL w="6668">
                      <a:solidFill>
                        <a:srgbClr val="D6E4DF"/>
                      </a:solidFill>
                      <a:prstDash val="solid"/>
                    </a:lnL>
                    <a:lnR w="6668">
                      <a:solidFill>
                        <a:srgbClr val="D6E4DF"/>
                      </a:solidFill>
                      <a:prstDash val="solid"/>
                    </a:lnR>
                    <a:lnB w="6668">
                      <a:solidFill>
                        <a:srgbClr val="D6E4DF"/>
                      </a:solidFill>
                      <a:prstDash val="solid"/>
                    </a:lnB>
                    <a:solidFill>
                      <a:srgbClr val="FFFFFF"/>
                    </a:solidFill>
                  </a:tcPr>
                </a:tc>
                <a:tc>
                  <a:txBody>
                    <a:bodyPr/>
                    <a:lstStyle/>
                    <a:p>
                      <a:r>
                        <a:rPr sz="1725" b="0">
                          <a:solidFill>
                            <a:srgbClr val="173343"/>
                          </a:solidFill>
                          <a:latin typeface="Apple SD Gothic Neo"/>
                          <a:ea typeface="Apple SD Gothic Neo"/>
                          <a:cs typeface="Apple SD Gothic Neo"/>
                        </a:rPr>
                        <a:t>알려진 유형 6개 / 같은 증상</a:t>
                      </a:r>
                    </a:p>
                  </a:txBody>
                  <a:tcPr marL="91440" marR="91440" marT="45720" marB="45720">
                    <a:lnR w="6668">
                      <a:solidFill>
                        <a:srgbClr val="D6E4DF"/>
                      </a:solidFill>
                      <a:prstDash val="solid"/>
                    </a:lnR>
                    <a:lnB w="6668">
                      <a:solidFill>
                        <a:srgbClr val="D6E4DF"/>
                      </a:solidFill>
                      <a:prstDash val="solid"/>
                    </a:lnB>
                    <a:solidFill>
                      <a:srgbClr val="FFFFFF"/>
                    </a:solidFill>
                  </a:tcPr>
                </a:tc>
                <a:tc>
                  <a:txBody>
                    <a:bodyPr/>
                    <a:lstStyle/>
                    <a:p>
                      <a:r>
                        <a:rPr sz="1725" b="0">
                          <a:solidFill>
                            <a:srgbClr val="173343"/>
                          </a:solidFill>
                          <a:latin typeface="Apple SD Gothic Neo"/>
                          <a:ea typeface="Apple SD Gothic Neo"/>
                          <a:cs typeface="Apple SD Gothic Neo"/>
                        </a:rPr>
                        <a:t>top1 1/6 → 4/6</a:t>
                      </a:r>
                    </a:p>
                  </a:txBody>
                  <a:tcPr marL="91440" marR="91440" marT="45720" marB="45720">
                    <a:lnR w="6668">
                      <a:solidFill>
                        <a:srgbClr val="D6E4DF"/>
                      </a:solidFill>
                      <a:prstDash val="solid"/>
                    </a:lnR>
                    <a:lnB w="6668">
                      <a:solidFill>
                        <a:srgbClr val="D6E4DF"/>
                      </a:solidFill>
                      <a:prstDash val="solid"/>
                    </a:lnB>
                    <a:solidFill>
                      <a:srgbClr val="FFFFFF"/>
                    </a:solidFill>
                  </a:tcPr>
                </a:tc>
              </a:tr>
              <a:tr h="563563">
                <a:tc>
                  <a:txBody>
                    <a:bodyPr/>
                    <a:lstStyle/>
                    <a:p>
                      <a:r>
                        <a:rPr sz="1725" b="0">
                          <a:solidFill>
                            <a:srgbClr val="173343"/>
                          </a:solidFill>
                          <a:latin typeface="Apple SD Gothic Neo"/>
                          <a:ea typeface="Apple SD Gothic Neo"/>
                          <a:cs typeface="Apple SD Gothic Neo"/>
                        </a:rPr>
                        <a:t>S3 조사</a:t>
                      </a:r>
                    </a:p>
                  </a:txBody>
                  <a:tcPr marL="91440" marR="91440" marT="45720" marB="45720">
                    <a:lnL w="6668">
                      <a:solidFill>
                        <a:srgbClr val="D6E4DF"/>
                      </a:solidFill>
                      <a:prstDash val="solid"/>
                    </a:lnL>
                    <a:lnR w="6668">
                      <a:solidFill>
                        <a:srgbClr val="D6E4DF"/>
                      </a:solidFill>
                      <a:prstDash val="solid"/>
                    </a:lnR>
                    <a:lnB w="6668">
                      <a:solidFill>
                        <a:srgbClr val="D6E4DF"/>
                      </a:solidFill>
                      <a:prstDash val="solid"/>
                    </a:lnB>
                    <a:solidFill>
                      <a:srgbClr val="FFFFFF"/>
                    </a:solidFill>
                  </a:tcPr>
                </a:tc>
                <a:tc>
                  <a:txBody>
                    <a:bodyPr/>
                    <a:lstStyle/>
                    <a:p>
                      <a:r>
                        <a:rPr sz="1725" b="0">
                          <a:solidFill>
                            <a:srgbClr val="173343"/>
                          </a:solidFill>
                          <a:latin typeface="Apple SD Gothic Neo"/>
                          <a:ea typeface="Apple SD Gothic Neo"/>
                          <a:cs typeface="Apple SD Gothic Neo"/>
                        </a:rPr>
                        <a:t>동일 CPU 사례 / 출처 3종 기준</a:t>
                      </a:r>
                    </a:p>
                  </a:txBody>
                  <a:tcPr marL="91440" marR="91440" marT="45720" marB="45720">
                    <a:lnR w="6668">
                      <a:solidFill>
                        <a:srgbClr val="D6E4DF"/>
                      </a:solidFill>
                      <a:prstDash val="solid"/>
                    </a:lnR>
                    <a:lnB w="6668">
                      <a:solidFill>
                        <a:srgbClr val="D6E4DF"/>
                      </a:solidFill>
                      <a:prstDash val="solid"/>
                    </a:lnB>
                    <a:solidFill>
                      <a:srgbClr val="FFFFFF"/>
                    </a:solidFill>
                  </a:tcPr>
                </a:tc>
                <a:tc>
                  <a:txBody>
                    <a:bodyPr/>
                    <a:lstStyle/>
                    <a:p>
                      <a:r>
                        <a:rPr sz="1725" b="0">
                          <a:solidFill>
                            <a:srgbClr val="173343"/>
                          </a:solidFill>
                          <a:latin typeface="Apple SD Gothic Neo"/>
                          <a:ea typeface="Apple SD Gothic Neo"/>
                          <a:cs typeface="Apple SD Gothic Neo"/>
                        </a:rPr>
                        <a:t>지표·런북 2/3 → 3/3</a:t>
                      </a:r>
                    </a:p>
                  </a:txBody>
                  <a:tcPr marL="91440" marR="91440" marT="45720" marB="45720">
                    <a:lnR w="6668">
                      <a:solidFill>
                        <a:srgbClr val="D6E4DF"/>
                      </a:solidFill>
                      <a:prstDash val="solid"/>
                    </a:lnR>
                    <a:lnB w="6668">
                      <a:solidFill>
                        <a:srgbClr val="D6E4DF"/>
                      </a:solidFill>
                      <a:prstDash val="solid"/>
                    </a:lnB>
                    <a:solidFill>
                      <a:srgbClr val="FFFFFF"/>
                    </a:solidFill>
                  </a:tcPr>
                </a:tc>
              </a:tr>
              <a:tr h="563563">
                <a:tc>
                  <a:txBody>
                    <a:bodyPr/>
                    <a:lstStyle/>
                    <a:p>
                      <a:r>
                        <a:rPr sz="1725" b="0">
                          <a:solidFill>
                            <a:srgbClr val="173343"/>
                          </a:solidFill>
                          <a:latin typeface="Apple SD Gothic Neo"/>
                          <a:ea typeface="Apple SD Gothic Neo"/>
                          <a:cs typeface="Apple SD Gothic Neo"/>
                        </a:rPr>
                        <a:t>S4 기억</a:t>
                      </a:r>
                    </a:p>
                  </a:txBody>
                  <a:tcPr marL="91440" marR="91440" marT="45720" marB="45720">
                    <a:lnL w="6668">
                      <a:solidFill>
                        <a:srgbClr val="D6E4DF"/>
                      </a:solidFill>
                      <a:prstDash val="solid"/>
                    </a:lnL>
                    <a:lnR w="6668">
                      <a:solidFill>
                        <a:srgbClr val="D6E4DF"/>
                      </a:solidFill>
                      <a:prstDash val="solid"/>
                    </a:lnR>
                    <a:lnB w="6668">
                      <a:solidFill>
                        <a:srgbClr val="D6E4DF"/>
                      </a:solidFill>
                      <a:prstDash val="solid"/>
                    </a:lnB>
                    <a:solidFill>
                      <a:srgbClr val="FFFFFF"/>
                    </a:solidFill>
                  </a:tcPr>
                </a:tc>
                <a:tc>
                  <a:txBody>
                    <a:bodyPr/>
                    <a:lstStyle/>
                    <a:p>
                      <a:r>
                        <a:rPr sz="1725" b="0">
                          <a:solidFill>
                            <a:srgbClr val="173343"/>
                          </a:solidFill>
                          <a:latin typeface="Apple SD Gothic Neo"/>
                          <a:ea typeface="Apple SD Gothic Neo"/>
                          <a:cs typeface="Apple SD Gothic Neo"/>
                        </a:rPr>
                        <a:t>12턴 고정 이력 / 8B / 고정 chat</a:t>
                      </a:r>
                    </a:p>
                  </a:txBody>
                  <a:tcPr marL="91440" marR="91440" marT="45720" marB="45720">
                    <a:lnR w="6668">
                      <a:solidFill>
                        <a:srgbClr val="D6E4DF"/>
                      </a:solidFill>
                      <a:prstDash val="solid"/>
                    </a:lnR>
                    <a:lnB w="6668">
                      <a:solidFill>
                        <a:srgbClr val="D6E4DF"/>
                      </a:solidFill>
                      <a:prstDash val="solid"/>
                    </a:lnB>
                    <a:solidFill>
                      <a:srgbClr val="FFFFFF"/>
                    </a:solidFill>
                  </a:tcPr>
                </a:tc>
                <a:tc>
                  <a:txBody>
                    <a:bodyPr/>
                    <a:lstStyle/>
                    <a:p>
                      <a:r>
                        <a:rPr sz="1725" b="0">
                          <a:solidFill>
                            <a:srgbClr val="173343"/>
                          </a:solidFill>
                          <a:latin typeface="Apple SD Gothic Neo"/>
                          <a:ea typeface="Apple SD Gothic Neo"/>
                          <a:cs typeface="Apple SD Gothic Neo"/>
                        </a:rPr>
                        <a:t>회수 0/5 → 5/5, 토큰 증가</a:t>
                      </a:r>
                    </a:p>
                  </a:txBody>
                  <a:tcPr marL="91440" marR="91440" marT="45720" marB="45720">
                    <a:lnR w="6668">
                      <a:solidFill>
                        <a:srgbClr val="D6E4DF"/>
                      </a:solidFill>
                      <a:prstDash val="solid"/>
                    </a:lnR>
                    <a:lnB w="6668">
                      <a:solidFill>
                        <a:srgbClr val="D6E4DF"/>
                      </a:solidFill>
                      <a:prstDash val="solid"/>
                    </a:lnB>
                    <a:solidFill>
                      <a:srgbClr val="FFFFFF"/>
                    </a:solidFill>
                  </a:tcPr>
                </a:tc>
              </a:tr>
              <a:tr h="563563">
                <a:tc>
                  <a:txBody>
                    <a:bodyPr/>
                    <a:lstStyle/>
                    <a:p>
                      <a:r>
                        <a:rPr sz="1725" b="0">
                          <a:solidFill>
                            <a:srgbClr val="173343"/>
                          </a:solidFill>
                          <a:latin typeface="Apple SD Gothic Neo"/>
                          <a:ea typeface="Apple SD Gothic Neo"/>
                          <a:cs typeface="Apple SD Gothic Neo"/>
                        </a:rPr>
                        <a:t>S5 평가</a:t>
                      </a:r>
                    </a:p>
                  </a:txBody>
                  <a:tcPr marL="91440" marR="91440" marT="45720" marB="45720">
                    <a:lnL w="6668">
                      <a:solidFill>
                        <a:srgbClr val="D6E4DF"/>
                      </a:solidFill>
                      <a:prstDash val="solid"/>
                    </a:lnL>
                    <a:lnR w="6668">
                      <a:solidFill>
                        <a:srgbClr val="D6E4DF"/>
                      </a:solidFill>
                      <a:prstDash val="solid"/>
                    </a:lnR>
                    <a:lnB w="6668">
                      <a:solidFill>
                        <a:srgbClr val="D6E4DF"/>
                      </a:solidFill>
                      <a:prstDash val="solid"/>
                    </a:lnB>
                    <a:solidFill>
                      <a:srgbClr val="FFFFFF"/>
                    </a:solidFill>
                  </a:tcPr>
                </a:tc>
                <a:tc>
                  <a:txBody>
                    <a:bodyPr/>
                    <a:lstStyle/>
                    <a:p>
                      <a:r>
                        <a:rPr sz="1725" b="0">
                          <a:solidFill>
                            <a:srgbClr val="173343"/>
                          </a:solidFill>
                          <a:latin typeface="Apple SD Gothic Neo"/>
                          <a:ea typeface="Apple SD Gothic Neo"/>
                          <a:cs typeface="Apple SD Gothic Neo"/>
                        </a:rPr>
                        <a:t>같은 저장 응답 / Qwen Judge</a:t>
                      </a:r>
                    </a:p>
                  </a:txBody>
                  <a:tcPr marL="91440" marR="91440" marT="45720" marB="45720">
                    <a:lnR w="6668">
                      <a:solidFill>
                        <a:srgbClr val="D6E4DF"/>
                      </a:solidFill>
                      <a:prstDash val="solid"/>
                    </a:lnR>
                    <a:lnB w="6668">
                      <a:solidFill>
                        <a:srgbClr val="D6E4DF"/>
                      </a:solidFill>
                      <a:prstDash val="solid"/>
                    </a:lnB>
                    <a:solidFill>
                      <a:srgbClr val="FFFFFF"/>
                    </a:solidFill>
                  </a:tcPr>
                </a:tc>
                <a:tc>
                  <a:txBody>
                    <a:bodyPr/>
                    <a:lstStyle/>
                    <a:p>
                      <a:r>
                        <a:rPr sz="1725" b="0">
                          <a:solidFill>
                            <a:srgbClr val="173343"/>
                          </a:solidFill>
                          <a:latin typeface="Apple SD Gothic Neo"/>
                          <a:ea typeface="Apple SD Gothic Neo"/>
                          <a:cs typeface="Apple SD Gothic Neo"/>
                        </a:rPr>
                        <a:t>CPU 모든 단계 4/4</a:t>
                      </a:r>
                    </a:p>
                  </a:txBody>
                  <a:tcPr marL="91440" marR="91440" marT="45720" marB="45720">
                    <a:lnR w="6668">
                      <a:solidFill>
                        <a:srgbClr val="D6E4DF"/>
                      </a:solidFill>
                      <a:prstDash val="solid"/>
                    </a:lnR>
                    <a:lnB w="6668">
                      <a:solidFill>
                        <a:srgbClr val="D6E4DF"/>
                      </a:solidFill>
                      <a:prstDash val="solid"/>
                    </a:lnB>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06A12551-4103-42DB-B1ED-DBF9B297187F}"/>
              </a:ext>
            </a:extLst>
          </p:cNvPr>
          <p:cNvSpPr>
            <a:spLocks xmlns:a="http://schemas.openxmlformats.org/drawingml/2006/main" noGrp="1"/>
          </p:cNvSpPr>
          <p:nvPr/>
        </p:nvSpPr>
        <p:spPr>
          <a:xfrm xmlns:a="http://schemas.openxmlformats.org/drawingml/2006/main">
            <a:off x="609600" y="5772150"/>
            <a:ext cx="10953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526A77"/>
                </a:solidFill>
                <a:latin typeface="Apple SD Gothic Neo"/>
                <a:ea typeface="Apple SD Gothic Neo"/>
                <a:cs typeface="Apple SD Gothic Neo"/>
              </a:defRPr>
            </a:defPPr>
            <a:lvl1pPr>
              <a:defRPr sz="1500" b="0">
                <a:solidFill>
                  <a:srgbClr val="526A77"/>
                </a:solidFill>
                <a:latin typeface="Apple SD Gothic Neo"/>
                <a:ea typeface="Apple SD Gothic Neo"/>
                <a:cs typeface="Apple SD Gothic Neo"/>
              </a:defRPr>
            </a:lvl1pPr>
            <a:lvl2pPr>
              <a:defRPr sz="1500" b="0">
                <a:solidFill>
                  <a:srgbClr val="526A77"/>
                </a:solidFill>
                <a:latin typeface="Apple SD Gothic Neo"/>
                <a:ea typeface="Apple SD Gothic Neo"/>
                <a:cs typeface="Apple SD Gothic Neo"/>
              </a:defRPr>
            </a:lvl2pPr>
            <a:lvl3pPr>
              <a:defRPr sz="1500" b="0">
                <a:solidFill>
                  <a:srgbClr val="526A77"/>
                </a:solidFill>
                <a:latin typeface="Apple SD Gothic Neo"/>
                <a:ea typeface="Apple SD Gothic Neo"/>
                <a:cs typeface="Apple SD Gothic Neo"/>
              </a:defRPr>
            </a:lvl3pPr>
            <a:lvl4pPr>
              <a:defRPr sz="1500" b="0">
                <a:solidFill>
                  <a:srgbClr val="526A77"/>
                </a:solidFill>
                <a:latin typeface="Apple SD Gothic Neo"/>
                <a:ea typeface="Apple SD Gothic Neo"/>
                <a:cs typeface="Apple SD Gothic Neo"/>
              </a:defRPr>
            </a:lvl4pPr>
            <a:lvl5pPr>
              <a:defRPr sz="1500" b="0">
                <a:solidFill>
                  <a:srgbClr val="526A77"/>
                </a:solidFill>
                <a:latin typeface="Apple SD Gothic Neo"/>
                <a:ea typeface="Apple SD Gothic Neo"/>
                <a:cs typeface="Apple SD Gothic Neo"/>
              </a:defRPr>
            </a:lvl5pPr>
            <a:lvl6pPr>
              <a:defRPr sz="1500" b="0">
                <a:solidFill>
                  <a:srgbClr val="526A77"/>
                </a:solidFill>
                <a:latin typeface="Apple SD Gothic Neo"/>
                <a:ea typeface="Apple SD Gothic Neo"/>
                <a:cs typeface="Apple SD Gothic Neo"/>
              </a:defRPr>
            </a:lvl6pPr>
            <a:lvl7pPr>
              <a:defRPr sz="1500" b="0">
                <a:solidFill>
                  <a:srgbClr val="526A77"/>
                </a:solidFill>
                <a:latin typeface="Apple SD Gothic Neo"/>
                <a:ea typeface="Apple SD Gothic Neo"/>
                <a:cs typeface="Apple SD Gothic Neo"/>
              </a:defRPr>
            </a:lvl7pPr>
            <a:lvl8pPr>
              <a:defRPr sz="1500" b="0">
                <a:solidFill>
                  <a:srgbClr val="526A77"/>
                </a:solidFill>
                <a:latin typeface="Apple SD Gothic Neo"/>
                <a:ea typeface="Apple SD Gothic Neo"/>
                <a:cs typeface="Apple SD Gothic Neo"/>
              </a:defRPr>
            </a:lvl8pPr>
            <a:lvl9pPr>
              <a:defRPr sz="1500" b="0">
                <a:solidFill>
                  <a:srgbClr val="526A77"/>
                </a:solidFill>
                <a:latin typeface="Apple SD Gothic Neo"/>
                <a:ea typeface="Apple SD Gothic Neo"/>
                <a:cs typeface="Apple SD Gothic Neo"/>
              </a:defRPr>
            </a:lvl9pPr>
          </a:lstStyle>
          <a:p xmlns:a="http://schemas.openxmlformats.org/drawingml/2006/main">
            <a:pPr>
              <a:defRPr sz="1500" b="0">
                <a:solidFill>
                  <a:srgbClr val="526A77"/>
                </a:solidFill>
                <a:latin typeface="Apple SD Gothic Neo"/>
                <a:ea typeface="Apple SD Gothic Neo"/>
                <a:cs typeface="Apple SD Gothic Neo"/>
              </a:defRPr>
            </a:pPr>
            <a:r>
              <a:rPr sz="1500" b="0">
                <a:solidFill>
                  <a:srgbClr val="526A77"/>
                </a:solidFill>
                <a:latin typeface="Apple SD Gothic Neo"/>
                <a:ea typeface="Apple SD Gothic Neo"/>
                <a:cs typeface="Apple SD Gothic Neo"/>
              </a:rPr>
              <a:t>각 행은 별도 실험입니다. 표본·지연·비용을 합산하지 않습니다. 상세: README와 S6 보고서.</a:t>
            </a:r>
          </a:p>
        </p:txBody>
      </p:sp>
    </p:spTree>
    <p:extLst>
      <p:ext uri="{BB962C8B-B14F-4D97-AF65-F5344CB8AC3E}">
        <p14:creationId xmlns:p14="http://schemas.microsoft.com/office/powerpoint/2010/main" val="1818279382"/>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A976860D-7C42-4DE8-A946-8DD8D6E5C9CD}"/>
              </a:ext>
            </a:extLst>
          </p:cNvPr>
          <p:cNvSpPr>
            <a:spLocks xmlns:a="http://schemas.openxmlformats.org/drawingml/2006/main" noGrp="1"/>
          </p:cNvSpPr>
          <p:nvPr/>
        </p:nvSpPr>
        <p:spPr>
          <a:xfrm xmlns:a="http://schemas.openxmlformats.org/drawingml/2006/main">
            <a:off x="609600" y="32385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087D69"/>
                </a:solidFill>
                <a:latin typeface="Apple SD Gothic Neo"/>
                <a:ea typeface="Apple SD Gothic Neo"/>
                <a:cs typeface="Apple SD Gothic Neo"/>
              </a:defRPr>
            </a:defPPr>
            <a:lvl1pPr>
              <a:defRPr sz="1425" b="1">
                <a:solidFill>
                  <a:srgbClr val="087D69"/>
                </a:solidFill>
                <a:latin typeface="Apple SD Gothic Neo"/>
                <a:ea typeface="Apple SD Gothic Neo"/>
                <a:cs typeface="Apple SD Gothic Neo"/>
              </a:defRPr>
            </a:lvl1pPr>
            <a:lvl2pPr>
              <a:defRPr sz="1425" b="1">
                <a:solidFill>
                  <a:srgbClr val="087D69"/>
                </a:solidFill>
                <a:latin typeface="Apple SD Gothic Neo"/>
                <a:ea typeface="Apple SD Gothic Neo"/>
                <a:cs typeface="Apple SD Gothic Neo"/>
              </a:defRPr>
            </a:lvl2pPr>
            <a:lvl3pPr>
              <a:defRPr sz="1425" b="1">
                <a:solidFill>
                  <a:srgbClr val="087D69"/>
                </a:solidFill>
                <a:latin typeface="Apple SD Gothic Neo"/>
                <a:ea typeface="Apple SD Gothic Neo"/>
                <a:cs typeface="Apple SD Gothic Neo"/>
              </a:defRPr>
            </a:lvl3pPr>
            <a:lvl4pPr>
              <a:defRPr sz="1425" b="1">
                <a:solidFill>
                  <a:srgbClr val="087D69"/>
                </a:solidFill>
                <a:latin typeface="Apple SD Gothic Neo"/>
                <a:ea typeface="Apple SD Gothic Neo"/>
                <a:cs typeface="Apple SD Gothic Neo"/>
              </a:defRPr>
            </a:lvl4pPr>
            <a:lvl5pPr>
              <a:defRPr sz="1425" b="1">
                <a:solidFill>
                  <a:srgbClr val="087D69"/>
                </a:solidFill>
                <a:latin typeface="Apple SD Gothic Neo"/>
                <a:ea typeface="Apple SD Gothic Neo"/>
                <a:cs typeface="Apple SD Gothic Neo"/>
              </a:defRPr>
            </a:lvl5pPr>
            <a:lvl6pPr>
              <a:defRPr sz="1425" b="1">
                <a:solidFill>
                  <a:srgbClr val="087D69"/>
                </a:solidFill>
                <a:latin typeface="Apple SD Gothic Neo"/>
                <a:ea typeface="Apple SD Gothic Neo"/>
                <a:cs typeface="Apple SD Gothic Neo"/>
              </a:defRPr>
            </a:lvl6pPr>
            <a:lvl7pPr>
              <a:defRPr sz="1425" b="1">
                <a:solidFill>
                  <a:srgbClr val="087D69"/>
                </a:solidFill>
                <a:latin typeface="Apple SD Gothic Neo"/>
                <a:ea typeface="Apple SD Gothic Neo"/>
                <a:cs typeface="Apple SD Gothic Neo"/>
              </a:defRPr>
            </a:lvl7pPr>
            <a:lvl8pPr>
              <a:defRPr sz="1425" b="1">
                <a:solidFill>
                  <a:srgbClr val="087D69"/>
                </a:solidFill>
                <a:latin typeface="Apple SD Gothic Neo"/>
                <a:ea typeface="Apple SD Gothic Neo"/>
                <a:cs typeface="Apple SD Gothic Neo"/>
              </a:defRPr>
            </a:lvl8pPr>
            <a:lvl9pPr>
              <a:defRPr sz="1425" b="1">
                <a:solidFill>
                  <a:srgbClr val="087D69"/>
                </a:solidFill>
                <a:latin typeface="Apple SD Gothic Neo"/>
                <a:ea typeface="Apple SD Gothic Neo"/>
                <a:cs typeface="Apple SD Gothic Neo"/>
              </a:defRPr>
            </a:lvl9pPr>
          </a:lstStyle>
          <a:p xmlns:a="http://schemas.openxmlformats.org/drawingml/2006/main">
            <a:pPr>
              <a:defRPr sz="1425" b="1">
                <a:solidFill>
                  <a:srgbClr val="087D69"/>
                </a:solidFill>
                <a:latin typeface="Apple SD Gothic Neo"/>
                <a:ea typeface="Apple SD Gothic Neo"/>
                <a:cs typeface="Apple SD Gothic Neo"/>
              </a:defRPr>
            </a:pPr>
            <a:r>
              <a:rPr sz="1425" b="1">
                <a:solidFill>
                  <a:srgbClr val="087D69"/>
                </a:solidFill>
                <a:latin typeface="Apple SD Gothic Neo"/>
                <a:ea typeface="Apple SD Gothic Neo"/>
                <a:cs typeface="Apple SD Gothic Neo"/>
              </a:rPr>
              <a:t>질의응답</a:t>
            </a:r>
          </a:p>
        </p:txBody>
      </p:sp>
      <p:sp>
        <p:nvSpPr>
          <p:cNvPr id="2" name="">
            <a:extLst xmlns:a="http://schemas.openxmlformats.org/drawingml/2006/main">
              <a:ext uri="{FF2B5EF4-FFF2-40B4-BE49-F238E27FC236}">
                <a16:creationId xmlns:a16="http://schemas.microsoft.com/office/drawing/2014/main" id="{238D1645-7735-4526-AC82-3EE01251E249}"/>
              </a:ext>
            </a:extLst>
          </p:cNvPr>
          <p:cNvSpPr>
            <a:spLocks xmlns:a="http://schemas.openxmlformats.org/drawingml/2006/main" noGrp="1"/>
          </p:cNvSpPr>
          <p:nvPr/>
        </p:nvSpPr>
        <p:spPr>
          <a:xfrm xmlns:a="http://schemas.openxmlformats.org/drawingml/2006/main">
            <a:off x="609600" y="83820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75" b="1">
                <a:solidFill>
                  <a:srgbClr val="173343"/>
                </a:solidFill>
                <a:latin typeface="Apple SD Gothic Neo"/>
                <a:ea typeface="Apple SD Gothic Neo"/>
                <a:cs typeface="Apple SD Gothic Neo"/>
              </a:defRPr>
            </a:defPPr>
            <a:lvl1pPr>
              <a:defRPr sz="3375" b="1">
                <a:solidFill>
                  <a:srgbClr val="173343"/>
                </a:solidFill>
                <a:latin typeface="Apple SD Gothic Neo"/>
                <a:ea typeface="Apple SD Gothic Neo"/>
                <a:cs typeface="Apple SD Gothic Neo"/>
              </a:defRPr>
            </a:lvl1pPr>
            <a:lvl2pPr>
              <a:defRPr sz="3375" b="1">
                <a:solidFill>
                  <a:srgbClr val="173343"/>
                </a:solidFill>
                <a:latin typeface="Apple SD Gothic Neo"/>
                <a:ea typeface="Apple SD Gothic Neo"/>
                <a:cs typeface="Apple SD Gothic Neo"/>
              </a:defRPr>
            </a:lvl2pPr>
            <a:lvl3pPr>
              <a:defRPr sz="3375" b="1">
                <a:solidFill>
                  <a:srgbClr val="173343"/>
                </a:solidFill>
                <a:latin typeface="Apple SD Gothic Neo"/>
                <a:ea typeface="Apple SD Gothic Neo"/>
                <a:cs typeface="Apple SD Gothic Neo"/>
              </a:defRPr>
            </a:lvl3pPr>
            <a:lvl4pPr>
              <a:defRPr sz="3375" b="1">
                <a:solidFill>
                  <a:srgbClr val="173343"/>
                </a:solidFill>
                <a:latin typeface="Apple SD Gothic Neo"/>
                <a:ea typeface="Apple SD Gothic Neo"/>
                <a:cs typeface="Apple SD Gothic Neo"/>
              </a:defRPr>
            </a:lvl4pPr>
            <a:lvl5pPr>
              <a:defRPr sz="3375" b="1">
                <a:solidFill>
                  <a:srgbClr val="173343"/>
                </a:solidFill>
                <a:latin typeface="Apple SD Gothic Neo"/>
                <a:ea typeface="Apple SD Gothic Neo"/>
                <a:cs typeface="Apple SD Gothic Neo"/>
              </a:defRPr>
            </a:lvl5pPr>
            <a:lvl6pPr>
              <a:defRPr sz="3375" b="1">
                <a:solidFill>
                  <a:srgbClr val="173343"/>
                </a:solidFill>
                <a:latin typeface="Apple SD Gothic Neo"/>
                <a:ea typeface="Apple SD Gothic Neo"/>
                <a:cs typeface="Apple SD Gothic Neo"/>
              </a:defRPr>
            </a:lvl6pPr>
            <a:lvl7pPr>
              <a:defRPr sz="3375" b="1">
                <a:solidFill>
                  <a:srgbClr val="173343"/>
                </a:solidFill>
                <a:latin typeface="Apple SD Gothic Neo"/>
                <a:ea typeface="Apple SD Gothic Neo"/>
                <a:cs typeface="Apple SD Gothic Neo"/>
              </a:defRPr>
            </a:lvl7pPr>
            <a:lvl8pPr>
              <a:defRPr sz="3375" b="1">
                <a:solidFill>
                  <a:srgbClr val="173343"/>
                </a:solidFill>
                <a:latin typeface="Apple SD Gothic Neo"/>
                <a:ea typeface="Apple SD Gothic Neo"/>
                <a:cs typeface="Apple SD Gothic Neo"/>
              </a:defRPr>
            </a:lvl8pPr>
            <a:lvl9pPr>
              <a:defRPr sz="3375" b="1">
                <a:solidFill>
                  <a:srgbClr val="173343"/>
                </a:solidFill>
                <a:latin typeface="Apple SD Gothic Neo"/>
                <a:ea typeface="Apple SD Gothic Neo"/>
                <a:cs typeface="Apple SD Gothic Neo"/>
              </a:defRPr>
            </a:lvl9pPr>
          </a:lstStyle>
          <a:p xmlns:a="http://schemas.openxmlformats.org/drawingml/2006/main">
            <a:pPr>
              <a:defRPr sz="3375" b="1">
                <a:solidFill>
                  <a:srgbClr val="173343"/>
                </a:solidFill>
                <a:latin typeface="Apple SD Gothic Neo"/>
                <a:ea typeface="Apple SD Gothic Neo"/>
                <a:cs typeface="Apple SD Gothic Neo"/>
              </a:defRPr>
            </a:pPr>
            <a:r>
              <a:rPr sz="3375" b="1">
                <a:solidFill>
                  <a:srgbClr val="173343"/>
                </a:solidFill>
                <a:latin typeface="Apple SD Gothic Neo"/>
                <a:ea typeface="Apple SD Gothic Neo"/>
                <a:cs typeface="Apple SD Gothic Neo"/>
              </a:rPr>
              <a:t>부록 · 설계 질문에 답하는 핵심</a:t>
            </a:r>
          </a:p>
        </p:txBody>
      </p:sp>
      <p:sp>
        <p:nvSpPr>
          <p:cNvPr id="3" name="">
            <a:extLst xmlns:a="http://schemas.openxmlformats.org/drawingml/2006/main">
              <a:ext uri="{FF2B5EF4-FFF2-40B4-BE49-F238E27FC236}">
                <a16:creationId xmlns:a16="http://schemas.microsoft.com/office/drawing/2014/main" id="{428145D7-5269-45B2-8430-76664A9F0CE3}"/>
              </a:ext>
            </a:extLst>
          </p:cNvPr>
          <p:cNvSpPr>
            <a:spLocks xmlns:a="http://schemas.openxmlformats.org/drawingml/2006/main" noGrp="1"/>
          </p:cNvSpPr>
          <p:nvPr/>
        </p:nvSpPr>
        <p:spPr>
          <a:xfrm xmlns:a="http://schemas.openxmlformats.org/drawingml/2006/main">
            <a:off x="9810750" y="6381750"/>
            <a:ext cx="1809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26A77"/>
                </a:solidFill>
                <a:latin typeface="Apple SD Gothic Neo"/>
                <a:ea typeface="Apple SD Gothic Neo"/>
                <a:cs typeface="Apple SD Gothic Neo"/>
              </a:defRPr>
            </a:defPPr>
            <a:lvl1pPr>
              <a:defRPr sz="1275" b="0">
                <a:solidFill>
                  <a:srgbClr val="526A77"/>
                </a:solidFill>
                <a:latin typeface="Apple SD Gothic Neo"/>
                <a:ea typeface="Apple SD Gothic Neo"/>
                <a:cs typeface="Apple SD Gothic Neo"/>
              </a:defRPr>
            </a:lvl1pPr>
            <a:lvl2pPr>
              <a:defRPr sz="1275" b="0">
                <a:solidFill>
                  <a:srgbClr val="526A77"/>
                </a:solidFill>
                <a:latin typeface="Apple SD Gothic Neo"/>
                <a:ea typeface="Apple SD Gothic Neo"/>
                <a:cs typeface="Apple SD Gothic Neo"/>
              </a:defRPr>
            </a:lvl2pPr>
            <a:lvl3pPr>
              <a:defRPr sz="1275" b="0">
                <a:solidFill>
                  <a:srgbClr val="526A77"/>
                </a:solidFill>
                <a:latin typeface="Apple SD Gothic Neo"/>
                <a:ea typeface="Apple SD Gothic Neo"/>
                <a:cs typeface="Apple SD Gothic Neo"/>
              </a:defRPr>
            </a:lvl3pPr>
            <a:lvl4pPr>
              <a:defRPr sz="1275" b="0">
                <a:solidFill>
                  <a:srgbClr val="526A77"/>
                </a:solidFill>
                <a:latin typeface="Apple SD Gothic Neo"/>
                <a:ea typeface="Apple SD Gothic Neo"/>
                <a:cs typeface="Apple SD Gothic Neo"/>
              </a:defRPr>
            </a:lvl4pPr>
            <a:lvl5pPr>
              <a:defRPr sz="1275" b="0">
                <a:solidFill>
                  <a:srgbClr val="526A77"/>
                </a:solidFill>
                <a:latin typeface="Apple SD Gothic Neo"/>
                <a:ea typeface="Apple SD Gothic Neo"/>
                <a:cs typeface="Apple SD Gothic Neo"/>
              </a:defRPr>
            </a:lvl5pPr>
            <a:lvl6pPr>
              <a:defRPr sz="1275" b="0">
                <a:solidFill>
                  <a:srgbClr val="526A77"/>
                </a:solidFill>
                <a:latin typeface="Apple SD Gothic Neo"/>
                <a:ea typeface="Apple SD Gothic Neo"/>
                <a:cs typeface="Apple SD Gothic Neo"/>
              </a:defRPr>
            </a:lvl6pPr>
            <a:lvl7pPr>
              <a:defRPr sz="1275" b="0">
                <a:solidFill>
                  <a:srgbClr val="526A77"/>
                </a:solidFill>
                <a:latin typeface="Apple SD Gothic Neo"/>
                <a:ea typeface="Apple SD Gothic Neo"/>
                <a:cs typeface="Apple SD Gothic Neo"/>
              </a:defRPr>
            </a:lvl7pPr>
            <a:lvl8pPr>
              <a:defRPr sz="1275" b="0">
                <a:solidFill>
                  <a:srgbClr val="526A77"/>
                </a:solidFill>
                <a:latin typeface="Apple SD Gothic Neo"/>
                <a:ea typeface="Apple SD Gothic Neo"/>
                <a:cs typeface="Apple SD Gothic Neo"/>
              </a:defRPr>
            </a:lvl8pPr>
            <a:lvl9pPr>
              <a:defRPr sz="1275" b="0">
                <a:solidFill>
                  <a:srgbClr val="526A77"/>
                </a:solidFill>
                <a:latin typeface="Apple SD Gothic Neo"/>
                <a:ea typeface="Apple SD Gothic Neo"/>
                <a:cs typeface="Apple SD Gothic Neo"/>
              </a:defRPr>
            </a:lvl9pPr>
          </a:lstStyle>
          <a:p xmlns:a="http://schemas.openxmlformats.org/drawingml/2006/main">
            <a:pPr>
              <a:defRPr sz="1275" b="0">
                <a:solidFill>
                  <a:srgbClr val="526A77"/>
                </a:solidFill>
                <a:latin typeface="Apple SD Gothic Neo"/>
                <a:ea typeface="Apple SD Gothic Neo"/>
                <a:cs typeface="Apple SD Gothic Neo"/>
              </a:defRPr>
            </a:pPr>
            <a:r>
              <a:rPr sz="1275" b="0">
                <a:solidFill>
                  <a:srgbClr val="526A77"/>
                </a:solidFill>
                <a:latin typeface="Apple SD Gothic Neo"/>
                <a:ea typeface="Apple SD Gothic Neo"/>
                <a:cs typeface="Apple SD Gothic Neo"/>
              </a:rPr>
              <a:t>09  /  질의응답 부록</a:t>
            </a:r>
          </a:p>
        </p:txBody>
      </p:sp>
      <p:sp>
        <p:nvSpPr>
          <p:cNvPr id="4" name="">
            <a:extLst xmlns:a="http://schemas.openxmlformats.org/drawingml/2006/main">
              <a:ext uri="{FF2B5EF4-FFF2-40B4-BE49-F238E27FC236}">
                <a16:creationId xmlns:a16="http://schemas.microsoft.com/office/drawing/2014/main" id="{52969339-1F92-4833-9883-047A4FC7A4EB}"/>
              </a:ext>
            </a:extLst>
          </p:cNvPr>
          <p:cNvSpPr>
            <a:spLocks xmlns:a="http://schemas.openxmlformats.org/drawingml/2006/main" noGrp="1"/>
          </p:cNvSpPr>
          <p:nvPr/>
        </p:nvSpPr>
        <p:spPr>
          <a:xfrm xmlns:a="http://schemas.openxmlformats.org/drawingml/2006/main">
            <a:off x="609600" y="2057400"/>
            <a:ext cx="2571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087D69"/>
                </a:solidFill>
                <a:latin typeface="Apple SD Gothic Neo"/>
                <a:ea typeface="Apple SD Gothic Neo"/>
                <a:cs typeface="Apple SD Gothic Neo"/>
              </a:defRPr>
            </a:defPPr>
            <a:lvl1pPr>
              <a:defRPr sz="1950" b="1">
                <a:solidFill>
                  <a:srgbClr val="087D69"/>
                </a:solidFill>
                <a:latin typeface="Apple SD Gothic Neo"/>
                <a:ea typeface="Apple SD Gothic Neo"/>
                <a:cs typeface="Apple SD Gothic Neo"/>
              </a:defRPr>
            </a:lvl1pPr>
            <a:lvl2pPr>
              <a:defRPr sz="1950" b="1">
                <a:solidFill>
                  <a:srgbClr val="087D69"/>
                </a:solidFill>
                <a:latin typeface="Apple SD Gothic Neo"/>
                <a:ea typeface="Apple SD Gothic Neo"/>
                <a:cs typeface="Apple SD Gothic Neo"/>
              </a:defRPr>
            </a:lvl2pPr>
            <a:lvl3pPr>
              <a:defRPr sz="1950" b="1">
                <a:solidFill>
                  <a:srgbClr val="087D69"/>
                </a:solidFill>
                <a:latin typeface="Apple SD Gothic Neo"/>
                <a:ea typeface="Apple SD Gothic Neo"/>
                <a:cs typeface="Apple SD Gothic Neo"/>
              </a:defRPr>
            </a:lvl3pPr>
            <a:lvl4pPr>
              <a:defRPr sz="1950" b="1">
                <a:solidFill>
                  <a:srgbClr val="087D69"/>
                </a:solidFill>
                <a:latin typeface="Apple SD Gothic Neo"/>
                <a:ea typeface="Apple SD Gothic Neo"/>
                <a:cs typeface="Apple SD Gothic Neo"/>
              </a:defRPr>
            </a:lvl4pPr>
            <a:lvl5pPr>
              <a:defRPr sz="1950" b="1">
                <a:solidFill>
                  <a:srgbClr val="087D69"/>
                </a:solidFill>
                <a:latin typeface="Apple SD Gothic Neo"/>
                <a:ea typeface="Apple SD Gothic Neo"/>
                <a:cs typeface="Apple SD Gothic Neo"/>
              </a:defRPr>
            </a:lvl5pPr>
            <a:lvl6pPr>
              <a:defRPr sz="1950" b="1">
                <a:solidFill>
                  <a:srgbClr val="087D69"/>
                </a:solidFill>
                <a:latin typeface="Apple SD Gothic Neo"/>
                <a:ea typeface="Apple SD Gothic Neo"/>
                <a:cs typeface="Apple SD Gothic Neo"/>
              </a:defRPr>
            </a:lvl6pPr>
            <a:lvl7pPr>
              <a:defRPr sz="1950" b="1">
                <a:solidFill>
                  <a:srgbClr val="087D69"/>
                </a:solidFill>
                <a:latin typeface="Apple SD Gothic Neo"/>
                <a:ea typeface="Apple SD Gothic Neo"/>
                <a:cs typeface="Apple SD Gothic Neo"/>
              </a:defRPr>
            </a:lvl7pPr>
            <a:lvl8pPr>
              <a:defRPr sz="1950" b="1">
                <a:solidFill>
                  <a:srgbClr val="087D69"/>
                </a:solidFill>
                <a:latin typeface="Apple SD Gothic Neo"/>
                <a:ea typeface="Apple SD Gothic Neo"/>
                <a:cs typeface="Apple SD Gothic Neo"/>
              </a:defRPr>
            </a:lvl8pPr>
            <a:lvl9pPr>
              <a:defRPr sz="1950" b="1">
                <a:solidFill>
                  <a:srgbClr val="087D69"/>
                </a:solidFill>
                <a:latin typeface="Apple SD Gothic Neo"/>
                <a:ea typeface="Apple SD Gothic Neo"/>
                <a:cs typeface="Apple SD Gothic Neo"/>
              </a:defRPr>
            </a:lvl9pPr>
          </a:lstStyle>
          <a:p xmlns:a="http://schemas.openxmlformats.org/drawingml/2006/main">
            <a:pPr>
              <a:defRPr sz="1950" b="1">
                <a:solidFill>
                  <a:srgbClr val="087D69"/>
                </a:solidFill>
                <a:latin typeface="Apple SD Gothic Neo"/>
                <a:ea typeface="Apple SD Gothic Neo"/>
                <a:cs typeface="Apple SD Gothic Neo"/>
              </a:defRPr>
            </a:pPr>
            <a:r>
              <a:rPr sz="1950" b="1">
                <a:solidFill>
                  <a:srgbClr val="087D69"/>
                </a:solidFill>
                <a:latin typeface="Apple SD Gothic Neo"/>
                <a:ea typeface="Apple SD Gothic Neo"/>
                <a:cs typeface="Apple SD Gothic Neo"/>
              </a:rPr>
              <a:t>RAG 호출 위치</a:t>
            </a:r>
          </a:p>
        </p:txBody>
      </p:sp>
      <p:sp>
        <p:nvSpPr>
          <p:cNvPr id="5" name="">
            <a:extLst xmlns:a="http://schemas.openxmlformats.org/drawingml/2006/main">
              <a:ext uri="{FF2B5EF4-FFF2-40B4-BE49-F238E27FC236}">
                <a16:creationId xmlns:a16="http://schemas.microsoft.com/office/drawing/2014/main" id="{721F0CA9-F706-48A2-80C2-9CA8E5A1FA5A}"/>
              </a:ext>
            </a:extLst>
          </p:cNvPr>
          <p:cNvSpPr>
            <a:spLocks xmlns:a="http://schemas.openxmlformats.org/drawingml/2006/main" noGrp="1"/>
          </p:cNvSpPr>
          <p:nvPr/>
        </p:nvSpPr>
        <p:spPr>
          <a:xfrm xmlns:a="http://schemas.openxmlformats.org/drawingml/2006/main">
            <a:off x="3476625" y="2057400"/>
            <a:ext cx="80962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73343"/>
                </a:solidFill>
                <a:latin typeface="Apple SD Gothic Neo"/>
                <a:ea typeface="Apple SD Gothic Neo"/>
                <a:cs typeface="Apple SD Gothic Neo"/>
              </a:defRPr>
            </a:defPPr>
            <a:lvl1pPr>
              <a:defRPr sz="2025" b="0">
                <a:solidFill>
                  <a:srgbClr val="173343"/>
                </a:solidFill>
                <a:latin typeface="Apple SD Gothic Neo"/>
                <a:ea typeface="Apple SD Gothic Neo"/>
                <a:cs typeface="Apple SD Gothic Neo"/>
              </a:defRPr>
            </a:lvl1pPr>
            <a:lvl2pPr>
              <a:defRPr sz="2025" b="0">
                <a:solidFill>
                  <a:srgbClr val="173343"/>
                </a:solidFill>
                <a:latin typeface="Apple SD Gothic Neo"/>
                <a:ea typeface="Apple SD Gothic Neo"/>
                <a:cs typeface="Apple SD Gothic Neo"/>
              </a:defRPr>
            </a:lvl2pPr>
            <a:lvl3pPr>
              <a:defRPr sz="2025" b="0">
                <a:solidFill>
                  <a:srgbClr val="173343"/>
                </a:solidFill>
                <a:latin typeface="Apple SD Gothic Neo"/>
                <a:ea typeface="Apple SD Gothic Neo"/>
                <a:cs typeface="Apple SD Gothic Neo"/>
              </a:defRPr>
            </a:lvl3pPr>
            <a:lvl4pPr>
              <a:defRPr sz="2025" b="0">
                <a:solidFill>
                  <a:srgbClr val="173343"/>
                </a:solidFill>
                <a:latin typeface="Apple SD Gothic Neo"/>
                <a:ea typeface="Apple SD Gothic Neo"/>
                <a:cs typeface="Apple SD Gothic Neo"/>
              </a:defRPr>
            </a:lvl4pPr>
            <a:lvl5pPr>
              <a:defRPr sz="2025" b="0">
                <a:solidFill>
                  <a:srgbClr val="173343"/>
                </a:solidFill>
                <a:latin typeface="Apple SD Gothic Neo"/>
                <a:ea typeface="Apple SD Gothic Neo"/>
                <a:cs typeface="Apple SD Gothic Neo"/>
              </a:defRPr>
            </a:lvl5pPr>
            <a:lvl6pPr>
              <a:defRPr sz="2025" b="0">
                <a:solidFill>
                  <a:srgbClr val="173343"/>
                </a:solidFill>
                <a:latin typeface="Apple SD Gothic Neo"/>
                <a:ea typeface="Apple SD Gothic Neo"/>
                <a:cs typeface="Apple SD Gothic Neo"/>
              </a:defRPr>
            </a:lvl6pPr>
            <a:lvl7pPr>
              <a:defRPr sz="2025" b="0">
                <a:solidFill>
                  <a:srgbClr val="173343"/>
                </a:solidFill>
                <a:latin typeface="Apple SD Gothic Neo"/>
                <a:ea typeface="Apple SD Gothic Neo"/>
                <a:cs typeface="Apple SD Gothic Neo"/>
              </a:defRPr>
            </a:lvl7pPr>
            <a:lvl8pPr>
              <a:defRPr sz="2025" b="0">
                <a:solidFill>
                  <a:srgbClr val="173343"/>
                </a:solidFill>
                <a:latin typeface="Apple SD Gothic Neo"/>
                <a:ea typeface="Apple SD Gothic Neo"/>
                <a:cs typeface="Apple SD Gothic Neo"/>
              </a:defRPr>
            </a:lvl8pPr>
            <a:lvl9pPr>
              <a:defRPr sz="2025" b="0">
                <a:solidFill>
                  <a:srgbClr val="173343"/>
                </a:solidFill>
                <a:latin typeface="Apple SD Gothic Neo"/>
                <a:ea typeface="Apple SD Gothic Neo"/>
                <a:cs typeface="Apple SD Gothic Neo"/>
              </a:defRPr>
            </a:lvl9pPr>
          </a:lstStyle>
          <a:p xmlns:a="http://schemas.openxmlformats.org/drawingml/2006/main">
            <a:pPr>
              <a:defRPr sz="2025" b="0">
                <a:solidFill>
                  <a:srgbClr val="173343"/>
                </a:solidFill>
                <a:latin typeface="Apple SD Gothic Neo"/>
                <a:ea typeface="Apple SD Gothic Neo"/>
                <a:cs typeface="Apple SD Gothic Neo"/>
              </a:defRPr>
            </a:pPr>
            <a:r>
              <a:rPr sz="2025" b="0">
                <a:solidFill>
                  <a:srgbClr val="173343"/>
                </a:solidFill>
                <a:latin typeface="Apple SD Gothic Neo"/>
                <a:ea typeface="Apple SD Gothic Neo"/>
                <a:cs typeface="Apple SD Gothic Neo"/>
              </a:rPr>
              <a:t>런북이 부족할 때, 검증된 모니터링 증상으로 검색</a:t>
            </a:r>
          </a:p>
        </p:txBody>
      </p:sp>
      <p:sp>
        <p:nvSpPr>
          <p:cNvPr id="6" name="">
            <a:extLst xmlns:a="http://schemas.openxmlformats.org/drawingml/2006/main">
              <a:ext uri="{FF2B5EF4-FFF2-40B4-BE49-F238E27FC236}">
                <a16:creationId xmlns:a16="http://schemas.microsoft.com/office/drawing/2014/main" id="{BE57D397-BF51-471C-8EBE-30CB75120F8C}"/>
              </a:ext>
            </a:extLst>
          </p:cNvPr>
          <p:cNvSpPr>
            <a:spLocks xmlns:a="http://schemas.openxmlformats.org/drawingml/2006/main" noGrp="1"/>
          </p:cNvSpPr>
          <p:nvPr/>
        </p:nvSpPr>
        <p:spPr>
          <a:xfrm xmlns:a="http://schemas.openxmlformats.org/drawingml/2006/main">
            <a:off x="609600" y="2781300"/>
            <a:ext cx="2571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087D69"/>
                </a:solidFill>
                <a:latin typeface="Apple SD Gothic Neo"/>
                <a:ea typeface="Apple SD Gothic Neo"/>
                <a:cs typeface="Apple SD Gothic Neo"/>
              </a:defRPr>
            </a:defPPr>
            <a:lvl1pPr>
              <a:defRPr sz="1950" b="1">
                <a:solidFill>
                  <a:srgbClr val="087D69"/>
                </a:solidFill>
                <a:latin typeface="Apple SD Gothic Neo"/>
                <a:ea typeface="Apple SD Gothic Neo"/>
                <a:cs typeface="Apple SD Gothic Neo"/>
              </a:defRPr>
            </a:lvl1pPr>
            <a:lvl2pPr>
              <a:defRPr sz="1950" b="1">
                <a:solidFill>
                  <a:srgbClr val="087D69"/>
                </a:solidFill>
                <a:latin typeface="Apple SD Gothic Neo"/>
                <a:ea typeface="Apple SD Gothic Neo"/>
                <a:cs typeface="Apple SD Gothic Neo"/>
              </a:defRPr>
            </a:lvl2pPr>
            <a:lvl3pPr>
              <a:defRPr sz="1950" b="1">
                <a:solidFill>
                  <a:srgbClr val="087D69"/>
                </a:solidFill>
                <a:latin typeface="Apple SD Gothic Neo"/>
                <a:ea typeface="Apple SD Gothic Neo"/>
                <a:cs typeface="Apple SD Gothic Neo"/>
              </a:defRPr>
            </a:lvl3pPr>
            <a:lvl4pPr>
              <a:defRPr sz="1950" b="1">
                <a:solidFill>
                  <a:srgbClr val="087D69"/>
                </a:solidFill>
                <a:latin typeface="Apple SD Gothic Neo"/>
                <a:ea typeface="Apple SD Gothic Neo"/>
                <a:cs typeface="Apple SD Gothic Neo"/>
              </a:defRPr>
            </a:lvl4pPr>
            <a:lvl5pPr>
              <a:defRPr sz="1950" b="1">
                <a:solidFill>
                  <a:srgbClr val="087D69"/>
                </a:solidFill>
                <a:latin typeface="Apple SD Gothic Neo"/>
                <a:ea typeface="Apple SD Gothic Neo"/>
                <a:cs typeface="Apple SD Gothic Neo"/>
              </a:defRPr>
            </a:lvl5pPr>
            <a:lvl6pPr>
              <a:defRPr sz="1950" b="1">
                <a:solidFill>
                  <a:srgbClr val="087D69"/>
                </a:solidFill>
                <a:latin typeface="Apple SD Gothic Neo"/>
                <a:ea typeface="Apple SD Gothic Neo"/>
                <a:cs typeface="Apple SD Gothic Neo"/>
              </a:defRPr>
            </a:lvl6pPr>
            <a:lvl7pPr>
              <a:defRPr sz="1950" b="1">
                <a:solidFill>
                  <a:srgbClr val="087D69"/>
                </a:solidFill>
                <a:latin typeface="Apple SD Gothic Neo"/>
                <a:ea typeface="Apple SD Gothic Neo"/>
                <a:cs typeface="Apple SD Gothic Neo"/>
              </a:defRPr>
            </a:lvl7pPr>
            <a:lvl8pPr>
              <a:defRPr sz="1950" b="1">
                <a:solidFill>
                  <a:srgbClr val="087D69"/>
                </a:solidFill>
                <a:latin typeface="Apple SD Gothic Neo"/>
                <a:ea typeface="Apple SD Gothic Neo"/>
                <a:cs typeface="Apple SD Gothic Neo"/>
              </a:defRPr>
            </a:lvl8pPr>
            <a:lvl9pPr>
              <a:defRPr sz="1950" b="1">
                <a:solidFill>
                  <a:srgbClr val="087D69"/>
                </a:solidFill>
                <a:latin typeface="Apple SD Gothic Neo"/>
                <a:ea typeface="Apple SD Gothic Neo"/>
                <a:cs typeface="Apple SD Gothic Neo"/>
              </a:defRPr>
            </a:lvl9pPr>
          </a:lstStyle>
          <a:p xmlns:a="http://schemas.openxmlformats.org/drawingml/2006/main">
            <a:pPr>
              <a:defRPr sz="1950" b="1">
                <a:solidFill>
                  <a:srgbClr val="087D69"/>
                </a:solidFill>
                <a:latin typeface="Apple SD Gothic Neo"/>
                <a:ea typeface="Apple SD Gothic Neo"/>
                <a:cs typeface="Apple SD Gothic Neo"/>
              </a:defRPr>
            </a:pPr>
            <a:r>
              <a:rPr sz="1950" b="1">
                <a:solidFill>
                  <a:srgbClr val="087D69"/>
                </a:solidFill>
                <a:latin typeface="Apple SD Gothic Neo"/>
                <a:ea typeface="Apple SD Gothic Neo"/>
                <a:cs typeface="Apple SD Gothic Neo"/>
              </a:rPr>
              <a:t>Agent의 의미</a:t>
            </a:r>
          </a:p>
        </p:txBody>
      </p:sp>
      <p:sp>
        <p:nvSpPr>
          <p:cNvPr id="7" name="">
            <a:extLst xmlns:a="http://schemas.openxmlformats.org/drawingml/2006/main">
              <a:ext uri="{FF2B5EF4-FFF2-40B4-BE49-F238E27FC236}">
                <a16:creationId xmlns:a16="http://schemas.microsoft.com/office/drawing/2014/main" id="{A5FA6B35-5D60-4CD1-9473-615C478DB313}"/>
              </a:ext>
            </a:extLst>
          </p:cNvPr>
          <p:cNvSpPr>
            <a:spLocks xmlns:a="http://schemas.openxmlformats.org/drawingml/2006/main" noGrp="1"/>
          </p:cNvSpPr>
          <p:nvPr/>
        </p:nvSpPr>
        <p:spPr>
          <a:xfrm xmlns:a="http://schemas.openxmlformats.org/drawingml/2006/main">
            <a:off x="3476625" y="2781300"/>
            <a:ext cx="80962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73343"/>
                </a:solidFill>
                <a:latin typeface="Apple SD Gothic Neo"/>
                <a:ea typeface="Apple SD Gothic Neo"/>
                <a:cs typeface="Apple SD Gothic Neo"/>
              </a:defRPr>
            </a:defPPr>
            <a:lvl1pPr>
              <a:defRPr sz="2025" b="0">
                <a:solidFill>
                  <a:srgbClr val="173343"/>
                </a:solidFill>
                <a:latin typeface="Apple SD Gothic Neo"/>
                <a:ea typeface="Apple SD Gothic Neo"/>
                <a:cs typeface="Apple SD Gothic Neo"/>
              </a:defRPr>
            </a:lvl1pPr>
            <a:lvl2pPr>
              <a:defRPr sz="2025" b="0">
                <a:solidFill>
                  <a:srgbClr val="173343"/>
                </a:solidFill>
                <a:latin typeface="Apple SD Gothic Neo"/>
                <a:ea typeface="Apple SD Gothic Neo"/>
                <a:cs typeface="Apple SD Gothic Neo"/>
              </a:defRPr>
            </a:lvl2pPr>
            <a:lvl3pPr>
              <a:defRPr sz="2025" b="0">
                <a:solidFill>
                  <a:srgbClr val="173343"/>
                </a:solidFill>
                <a:latin typeface="Apple SD Gothic Neo"/>
                <a:ea typeface="Apple SD Gothic Neo"/>
                <a:cs typeface="Apple SD Gothic Neo"/>
              </a:defRPr>
            </a:lvl3pPr>
            <a:lvl4pPr>
              <a:defRPr sz="2025" b="0">
                <a:solidFill>
                  <a:srgbClr val="173343"/>
                </a:solidFill>
                <a:latin typeface="Apple SD Gothic Neo"/>
                <a:ea typeface="Apple SD Gothic Neo"/>
                <a:cs typeface="Apple SD Gothic Neo"/>
              </a:defRPr>
            </a:lvl4pPr>
            <a:lvl5pPr>
              <a:defRPr sz="2025" b="0">
                <a:solidFill>
                  <a:srgbClr val="173343"/>
                </a:solidFill>
                <a:latin typeface="Apple SD Gothic Neo"/>
                <a:ea typeface="Apple SD Gothic Neo"/>
                <a:cs typeface="Apple SD Gothic Neo"/>
              </a:defRPr>
            </a:lvl5pPr>
            <a:lvl6pPr>
              <a:defRPr sz="2025" b="0">
                <a:solidFill>
                  <a:srgbClr val="173343"/>
                </a:solidFill>
                <a:latin typeface="Apple SD Gothic Neo"/>
                <a:ea typeface="Apple SD Gothic Neo"/>
                <a:cs typeface="Apple SD Gothic Neo"/>
              </a:defRPr>
            </a:lvl6pPr>
            <a:lvl7pPr>
              <a:defRPr sz="2025" b="0">
                <a:solidFill>
                  <a:srgbClr val="173343"/>
                </a:solidFill>
                <a:latin typeface="Apple SD Gothic Neo"/>
                <a:ea typeface="Apple SD Gothic Neo"/>
                <a:cs typeface="Apple SD Gothic Neo"/>
              </a:defRPr>
            </a:lvl7pPr>
            <a:lvl8pPr>
              <a:defRPr sz="2025" b="0">
                <a:solidFill>
                  <a:srgbClr val="173343"/>
                </a:solidFill>
                <a:latin typeface="Apple SD Gothic Neo"/>
                <a:ea typeface="Apple SD Gothic Neo"/>
                <a:cs typeface="Apple SD Gothic Neo"/>
              </a:defRPr>
            </a:lvl8pPr>
            <a:lvl9pPr>
              <a:defRPr sz="2025" b="0">
                <a:solidFill>
                  <a:srgbClr val="173343"/>
                </a:solidFill>
                <a:latin typeface="Apple SD Gothic Neo"/>
                <a:ea typeface="Apple SD Gothic Neo"/>
                <a:cs typeface="Apple SD Gothic Neo"/>
              </a:defRPr>
            </a:lvl9pPr>
          </a:lstStyle>
          <a:p xmlns:a="http://schemas.openxmlformats.org/drawingml/2006/main">
            <a:pPr>
              <a:defRPr sz="2025" b="0">
                <a:solidFill>
                  <a:srgbClr val="173343"/>
                </a:solidFill>
                <a:latin typeface="Apple SD Gothic Neo"/>
                <a:ea typeface="Apple SD Gothic Neo"/>
                <a:cs typeface="Apple SD Gothic Neo"/>
              </a:defRPr>
            </a:pPr>
            <a:r>
              <a:rPr sz="2025" b="0">
                <a:solidFill>
                  <a:srgbClr val="173343"/>
                </a:solidFill>
                <a:latin typeface="Apple SD Gothic Neo"/>
                <a:ea typeface="Apple SD Gothic Neo"/>
                <a:cs typeface="Apple SD Gothic Neo"/>
              </a:rPr>
              <a:t>역할별 compiled subgraph. 각 Agent가 LLM은 아님</a:t>
            </a:r>
          </a:p>
        </p:txBody>
      </p:sp>
      <p:sp>
        <p:nvSpPr>
          <p:cNvPr id="8" name="">
            <a:extLst xmlns:a="http://schemas.openxmlformats.org/drawingml/2006/main">
              <a:ext uri="{FF2B5EF4-FFF2-40B4-BE49-F238E27FC236}">
                <a16:creationId xmlns:a16="http://schemas.microsoft.com/office/drawing/2014/main" id="{5ABBE43B-BF8D-40EE-9513-5C8E39CA33F8}"/>
              </a:ext>
            </a:extLst>
          </p:cNvPr>
          <p:cNvSpPr>
            <a:spLocks xmlns:a="http://schemas.openxmlformats.org/drawingml/2006/main" noGrp="1"/>
          </p:cNvSpPr>
          <p:nvPr/>
        </p:nvSpPr>
        <p:spPr>
          <a:xfrm xmlns:a="http://schemas.openxmlformats.org/drawingml/2006/main">
            <a:off x="609600" y="3505200"/>
            <a:ext cx="2571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087D69"/>
                </a:solidFill>
                <a:latin typeface="Apple SD Gothic Neo"/>
                <a:ea typeface="Apple SD Gothic Neo"/>
                <a:cs typeface="Apple SD Gothic Neo"/>
              </a:defRPr>
            </a:defPPr>
            <a:lvl1pPr>
              <a:defRPr sz="1950" b="1">
                <a:solidFill>
                  <a:srgbClr val="087D69"/>
                </a:solidFill>
                <a:latin typeface="Apple SD Gothic Neo"/>
                <a:ea typeface="Apple SD Gothic Neo"/>
                <a:cs typeface="Apple SD Gothic Neo"/>
              </a:defRPr>
            </a:lvl1pPr>
            <a:lvl2pPr>
              <a:defRPr sz="1950" b="1">
                <a:solidFill>
                  <a:srgbClr val="087D69"/>
                </a:solidFill>
                <a:latin typeface="Apple SD Gothic Neo"/>
                <a:ea typeface="Apple SD Gothic Neo"/>
                <a:cs typeface="Apple SD Gothic Neo"/>
              </a:defRPr>
            </a:lvl2pPr>
            <a:lvl3pPr>
              <a:defRPr sz="1950" b="1">
                <a:solidFill>
                  <a:srgbClr val="087D69"/>
                </a:solidFill>
                <a:latin typeface="Apple SD Gothic Neo"/>
                <a:ea typeface="Apple SD Gothic Neo"/>
                <a:cs typeface="Apple SD Gothic Neo"/>
              </a:defRPr>
            </a:lvl3pPr>
            <a:lvl4pPr>
              <a:defRPr sz="1950" b="1">
                <a:solidFill>
                  <a:srgbClr val="087D69"/>
                </a:solidFill>
                <a:latin typeface="Apple SD Gothic Neo"/>
                <a:ea typeface="Apple SD Gothic Neo"/>
                <a:cs typeface="Apple SD Gothic Neo"/>
              </a:defRPr>
            </a:lvl4pPr>
            <a:lvl5pPr>
              <a:defRPr sz="1950" b="1">
                <a:solidFill>
                  <a:srgbClr val="087D69"/>
                </a:solidFill>
                <a:latin typeface="Apple SD Gothic Neo"/>
                <a:ea typeface="Apple SD Gothic Neo"/>
                <a:cs typeface="Apple SD Gothic Neo"/>
              </a:defRPr>
            </a:lvl5pPr>
            <a:lvl6pPr>
              <a:defRPr sz="1950" b="1">
                <a:solidFill>
                  <a:srgbClr val="087D69"/>
                </a:solidFill>
                <a:latin typeface="Apple SD Gothic Neo"/>
                <a:ea typeface="Apple SD Gothic Neo"/>
                <a:cs typeface="Apple SD Gothic Neo"/>
              </a:defRPr>
            </a:lvl6pPr>
            <a:lvl7pPr>
              <a:defRPr sz="1950" b="1">
                <a:solidFill>
                  <a:srgbClr val="087D69"/>
                </a:solidFill>
                <a:latin typeface="Apple SD Gothic Neo"/>
                <a:ea typeface="Apple SD Gothic Neo"/>
                <a:cs typeface="Apple SD Gothic Neo"/>
              </a:defRPr>
            </a:lvl7pPr>
            <a:lvl8pPr>
              <a:defRPr sz="1950" b="1">
                <a:solidFill>
                  <a:srgbClr val="087D69"/>
                </a:solidFill>
                <a:latin typeface="Apple SD Gothic Neo"/>
                <a:ea typeface="Apple SD Gothic Neo"/>
                <a:cs typeface="Apple SD Gothic Neo"/>
              </a:defRPr>
            </a:lvl8pPr>
            <a:lvl9pPr>
              <a:defRPr sz="1950" b="1">
                <a:solidFill>
                  <a:srgbClr val="087D69"/>
                </a:solidFill>
                <a:latin typeface="Apple SD Gothic Neo"/>
                <a:ea typeface="Apple SD Gothic Neo"/>
                <a:cs typeface="Apple SD Gothic Neo"/>
              </a:defRPr>
            </a:lvl9pPr>
          </a:lstStyle>
          <a:p xmlns:a="http://schemas.openxmlformats.org/drawingml/2006/main">
            <a:pPr>
              <a:defRPr sz="1950" b="1">
                <a:solidFill>
                  <a:srgbClr val="087D69"/>
                </a:solidFill>
                <a:latin typeface="Apple SD Gothic Neo"/>
                <a:ea typeface="Apple SD Gothic Neo"/>
                <a:cs typeface="Apple SD Gothic Neo"/>
              </a:defRPr>
            </a:pPr>
            <a:r>
              <a:rPr sz="1950" b="1">
                <a:solidFill>
                  <a:srgbClr val="087D69"/>
                </a:solidFill>
                <a:latin typeface="Apple SD Gothic Neo"/>
                <a:ea typeface="Apple SD Gothic Neo"/>
                <a:cs typeface="Apple SD Gothic Neo"/>
              </a:rPr>
              <a:t>기억 실패 정책</a:t>
            </a:r>
          </a:p>
        </p:txBody>
      </p:sp>
      <p:sp>
        <p:nvSpPr>
          <p:cNvPr id="9" name="">
            <a:extLst xmlns:a="http://schemas.openxmlformats.org/drawingml/2006/main">
              <a:ext uri="{FF2B5EF4-FFF2-40B4-BE49-F238E27FC236}">
                <a16:creationId xmlns:a16="http://schemas.microsoft.com/office/drawing/2014/main" id="{7013C6C9-691C-4980-93A8-A344D5238A2F}"/>
              </a:ext>
            </a:extLst>
          </p:cNvPr>
          <p:cNvSpPr>
            <a:spLocks xmlns:a="http://schemas.openxmlformats.org/drawingml/2006/main" noGrp="1"/>
          </p:cNvSpPr>
          <p:nvPr/>
        </p:nvSpPr>
        <p:spPr>
          <a:xfrm xmlns:a="http://schemas.openxmlformats.org/drawingml/2006/main">
            <a:off x="3476625" y="3505200"/>
            <a:ext cx="80962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73343"/>
                </a:solidFill>
                <a:latin typeface="Apple SD Gothic Neo"/>
                <a:ea typeface="Apple SD Gothic Neo"/>
                <a:cs typeface="Apple SD Gothic Neo"/>
              </a:defRPr>
            </a:defPPr>
            <a:lvl1pPr>
              <a:defRPr sz="2025" b="0">
                <a:solidFill>
                  <a:srgbClr val="173343"/>
                </a:solidFill>
                <a:latin typeface="Apple SD Gothic Neo"/>
                <a:ea typeface="Apple SD Gothic Neo"/>
                <a:cs typeface="Apple SD Gothic Neo"/>
              </a:defRPr>
            </a:lvl1pPr>
            <a:lvl2pPr>
              <a:defRPr sz="2025" b="0">
                <a:solidFill>
                  <a:srgbClr val="173343"/>
                </a:solidFill>
                <a:latin typeface="Apple SD Gothic Neo"/>
                <a:ea typeface="Apple SD Gothic Neo"/>
                <a:cs typeface="Apple SD Gothic Neo"/>
              </a:defRPr>
            </a:lvl2pPr>
            <a:lvl3pPr>
              <a:defRPr sz="2025" b="0">
                <a:solidFill>
                  <a:srgbClr val="173343"/>
                </a:solidFill>
                <a:latin typeface="Apple SD Gothic Neo"/>
                <a:ea typeface="Apple SD Gothic Neo"/>
                <a:cs typeface="Apple SD Gothic Neo"/>
              </a:defRPr>
            </a:lvl3pPr>
            <a:lvl4pPr>
              <a:defRPr sz="2025" b="0">
                <a:solidFill>
                  <a:srgbClr val="173343"/>
                </a:solidFill>
                <a:latin typeface="Apple SD Gothic Neo"/>
                <a:ea typeface="Apple SD Gothic Neo"/>
                <a:cs typeface="Apple SD Gothic Neo"/>
              </a:defRPr>
            </a:lvl4pPr>
            <a:lvl5pPr>
              <a:defRPr sz="2025" b="0">
                <a:solidFill>
                  <a:srgbClr val="173343"/>
                </a:solidFill>
                <a:latin typeface="Apple SD Gothic Neo"/>
                <a:ea typeface="Apple SD Gothic Neo"/>
                <a:cs typeface="Apple SD Gothic Neo"/>
              </a:defRPr>
            </a:lvl5pPr>
            <a:lvl6pPr>
              <a:defRPr sz="2025" b="0">
                <a:solidFill>
                  <a:srgbClr val="173343"/>
                </a:solidFill>
                <a:latin typeface="Apple SD Gothic Neo"/>
                <a:ea typeface="Apple SD Gothic Neo"/>
                <a:cs typeface="Apple SD Gothic Neo"/>
              </a:defRPr>
            </a:lvl6pPr>
            <a:lvl7pPr>
              <a:defRPr sz="2025" b="0">
                <a:solidFill>
                  <a:srgbClr val="173343"/>
                </a:solidFill>
                <a:latin typeface="Apple SD Gothic Neo"/>
                <a:ea typeface="Apple SD Gothic Neo"/>
                <a:cs typeface="Apple SD Gothic Neo"/>
              </a:defRPr>
            </a:lvl7pPr>
            <a:lvl8pPr>
              <a:defRPr sz="2025" b="0">
                <a:solidFill>
                  <a:srgbClr val="173343"/>
                </a:solidFill>
                <a:latin typeface="Apple SD Gothic Neo"/>
                <a:ea typeface="Apple SD Gothic Neo"/>
                <a:cs typeface="Apple SD Gothic Neo"/>
              </a:defRPr>
            </a:lvl8pPr>
            <a:lvl9pPr>
              <a:defRPr sz="2025" b="0">
                <a:solidFill>
                  <a:srgbClr val="173343"/>
                </a:solidFill>
                <a:latin typeface="Apple SD Gothic Neo"/>
                <a:ea typeface="Apple SD Gothic Neo"/>
                <a:cs typeface="Apple SD Gothic Neo"/>
              </a:defRPr>
            </a:lvl9pPr>
          </a:lstStyle>
          <a:p xmlns:a="http://schemas.openxmlformats.org/drawingml/2006/main">
            <a:pPr>
              <a:defRPr sz="2025" b="0">
                <a:solidFill>
                  <a:srgbClr val="173343"/>
                </a:solidFill>
                <a:latin typeface="Apple SD Gothic Neo"/>
                <a:ea typeface="Apple SD Gothic Neo"/>
                <a:cs typeface="Apple SD Gothic Neo"/>
              </a:defRPr>
            </a:pPr>
            <a:r>
              <a:rPr sz="2025" b="0">
                <a:solidFill>
                  <a:srgbClr val="173343"/>
                </a:solidFill>
                <a:latin typeface="Apple SD Gothic Neo"/>
                <a:ea typeface="Apple SD Gothic Neo"/>
                <a:cs typeface="Apple SD Gothic Neo"/>
              </a:rPr>
              <a:t>잘못된 근거 ID는 거부하고 원문 fallback, 실패 공개</a:t>
            </a:r>
          </a:p>
        </p:txBody>
      </p:sp>
      <p:sp>
        <p:nvSpPr>
          <p:cNvPr id="10" name="">
            <a:extLst xmlns:a="http://schemas.openxmlformats.org/drawingml/2006/main">
              <a:ext uri="{FF2B5EF4-FFF2-40B4-BE49-F238E27FC236}">
                <a16:creationId xmlns:a16="http://schemas.microsoft.com/office/drawing/2014/main" id="{8AB6FC7F-4F01-4708-BEEE-E1D587A006B5}"/>
              </a:ext>
            </a:extLst>
          </p:cNvPr>
          <p:cNvSpPr>
            <a:spLocks xmlns:a="http://schemas.openxmlformats.org/drawingml/2006/main" noGrp="1"/>
          </p:cNvSpPr>
          <p:nvPr/>
        </p:nvSpPr>
        <p:spPr>
          <a:xfrm xmlns:a="http://schemas.openxmlformats.org/drawingml/2006/main">
            <a:off x="609600" y="4229100"/>
            <a:ext cx="2571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087D69"/>
                </a:solidFill>
                <a:latin typeface="Apple SD Gothic Neo"/>
                <a:ea typeface="Apple SD Gothic Neo"/>
                <a:cs typeface="Apple SD Gothic Neo"/>
              </a:defRPr>
            </a:defPPr>
            <a:lvl1pPr>
              <a:defRPr sz="1950" b="1">
                <a:solidFill>
                  <a:srgbClr val="087D69"/>
                </a:solidFill>
                <a:latin typeface="Apple SD Gothic Neo"/>
                <a:ea typeface="Apple SD Gothic Neo"/>
                <a:cs typeface="Apple SD Gothic Neo"/>
              </a:defRPr>
            </a:lvl1pPr>
            <a:lvl2pPr>
              <a:defRPr sz="1950" b="1">
                <a:solidFill>
                  <a:srgbClr val="087D69"/>
                </a:solidFill>
                <a:latin typeface="Apple SD Gothic Neo"/>
                <a:ea typeface="Apple SD Gothic Neo"/>
                <a:cs typeface="Apple SD Gothic Neo"/>
              </a:defRPr>
            </a:lvl2pPr>
            <a:lvl3pPr>
              <a:defRPr sz="1950" b="1">
                <a:solidFill>
                  <a:srgbClr val="087D69"/>
                </a:solidFill>
                <a:latin typeface="Apple SD Gothic Neo"/>
                <a:ea typeface="Apple SD Gothic Neo"/>
                <a:cs typeface="Apple SD Gothic Neo"/>
              </a:defRPr>
            </a:lvl3pPr>
            <a:lvl4pPr>
              <a:defRPr sz="1950" b="1">
                <a:solidFill>
                  <a:srgbClr val="087D69"/>
                </a:solidFill>
                <a:latin typeface="Apple SD Gothic Neo"/>
                <a:ea typeface="Apple SD Gothic Neo"/>
                <a:cs typeface="Apple SD Gothic Neo"/>
              </a:defRPr>
            </a:lvl4pPr>
            <a:lvl5pPr>
              <a:defRPr sz="1950" b="1">
                <a:solidFill>
                  <a:srgbClr val="087D69"/>
                </a:solidFill>
                <a:latin typeface="Apple SD Gothic Neo"/>
                <a:ea typeface="Apple SD Gothic Neo"/>
                <a:cs typeface="Apple SD Gothic Neo"/>
              </a:defRPr>
            </a:lvl5pPr>
            <a:lvl6pPr>
              <a:defRPr sz="1950" b="1">
                <a:solidFill>
                  <a:srgbClr val="087D69"/>
                </a:solidFill>
                <a:latin typeface="Apple SD Gothic Neo"/>
                <a:ea typeface="Apple SD Gothic Neo"/>
                <a:cs typeface="Apple SD Gothic Neo"/>
              </a:defRPr>
            </a:lvl6pPr>
            <a:lvl7pPr>
              <a:defRPr sz="1950" b="1">
                <a:solidFill>
                  <a:srgbClr val="087D69"/>
                </a:solidFill>
                <a:latin typeface="Apple SD Gothic Neo"/>
                <a:ea typeface="Apple SD Gothic Neo"/>
                <a:cs typeface="Apple SD Gothic Neo"/>
              </a:defRPr>
            </a:lvl7pPr>
            <a:lvl8pPr>
              <a:defRPr sz="1950" b="1">
                <a:solidFill>
                  <a:srgbClr val="087D69"/>
                </a:solidFill>
                <a:latin typeface="Apple SD Gothic Neo"/>
                <a:ea typeface="Apple SD Gothic Neo"/>
                <a:cs typeface="Apple SD Gothic Neo"/>
              </a:defRPr>
            </a:lvl8pPr>
            <a:lvl9pPr>
              <a:defRPr sz="1950" b="1">
                <a:solidFill>
                  <a:srgbClr val="087D69"/>
                </a:solidFill>
                <a:latin typeface="Apple SD Gothic Neo"/>
                <a:ea typeface="Apple SD Gothic Neo"/>
                <a:cs typeface="Apple SD Gothic Neo"/>
              </a:defRPr>
            </a:lvl9pPr>
          </a:lstStyle>
          <a:p xmlns:a="http://schemas.openxmlformats.org/drawingml/2006/main">
            <a:pPr>
              <a:defRPr sz="1950" b="1">
                <a:solidFill>
                  <a:srgbClr val="087D69"/>
                </a:solidFill>
                <a:latin typeface="Apple SD Gothic Neo"/>
                <a:ea typeface="Apple SD Gothic Neo"/>
                <a:cs typeface="Apple SD Gothic Neo"/>
              </a:defRPr>
            </a:pPr>
            <a:r>
              <a:rPr sz="1950" b="1">
                <a:solidFill>
                  <a:srgbClr val="087D69"/>
                </a:solidFill>
                <a:latin typeface="Apple SD Gothic Neo"/>
                <a:ea typeface="Apple SD Gothic Neo"/>
                <a:cs typeface="Apple SD Gothic Neo"/>
              </a:rPr>
              <a:t>기존 기반 재사용</a:t>
            </a:r>
          </a:p>
        </p:txBody>
      </p:sp>
      <p:sp>
        <p:nvSpPr>
          <p:cNvPr id="11" name="">
            <a:extLst xmlns:a="http://schemas.openxmlformats.org/drawingml/2006/main">
              <a:ext uri="{FF2B5EF4-FFF2-40B4-BE49-F238E27FC236}">
                <a16:creationId xmlns:a16="http://schemas.microsoft.com/office/drawing/2014/main" id="{A0E36F97-2198-4890-8322-EAB4B542EAE8}"/>
              </a:ext>
            </a:extLst>
          </p:cNvPr>
          <p:cNvSpPr>
            <a:spLocks xmlns:a="http://schemas.openxmlformats.org/drawingml/2006/main" noGrp="1"/>
          </p:cNvSpPr>
          <p:nvPr/>
        </p:nvSpPr>
        <p:spPr>
          <a:xfrm xmlns:a="http://schemas.openxmlformats.org/drawingml/2006/main">
            <a:off x="3476625" y="4229100"/>
            <a:ext cx="80962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73343"/>
                </a:solidFill>
                <a:latin typeface="Apple SD Gothic Neo"/>
                <a:ea typeface="Apple SD Gothic Neo"/>
                <a:cs typeface="Apple SD Gothic Neo"/>
              </a:defRPr>
            </a:defPPr>
            <a:lvl1pPr>
              <a:defRPr sz="2025" b="0">
                <a:solidFill>
                  <a:srgbClr val="173343"/>
                </a:solidFill>
                <a:latin typeface="Apple SD Gothic Neo"/>
                <a:ea typeface="Apple SD Gothic Neo"/>
                <a:cs typeface="Apple SD Gothic Neo"/>
              </a:defRPr>
            </a:lvl1pPr>
            <a:lvl2pPr>
              <a:defRPr sz="2025" b="0">
                <a:solidFill>
                  <a:srgbClr val="173343"/>
                </a:solidFill>
                <a:latin typeface="Apple SD Gothic Neo"/>
                <a:ea typeface="Apple SD Gothic Neo"/>
                <a:cs typeface="Apple SD Gothic Neo"/>
              </a:defRPr>
            </a:lvl2pPr>
            <a:lvl3pPr>
              <a:defRPr sz="2025" b="0">
                <a:solidFill>
                  <a:srgbClr val="173343"/>
                </a:solidFill>
                <a:latin typeface="Apple SD Gothic Neo"/>
                <a:ea typeface="Apple SD Gothic Neo"/>
                <a:cs typeface="Apple SD Gothic Neo"/>
              </a:defRPr>
            </a:lvl3pPr>
            <a:lvl4pPr>
              <a:defRPr sz="2025" b="0">
                <a:solidFill>
                  <a:srgbClr val="173343"/>
                </a:solidFill>
                <a:latin typeface="Apple SD Gothic Neo"/>
                <a:ea typeface="Apple SD Gothic Neo"/>
                <a:cs typeface="Apple SD Gothic Neo"/>
              </a:defRPr>
            </a:lvl4pPr>
            <a:lvl5pPr>
              <a:defRPr sz="2025" b="0">
                <a:solidFill>
                  <a:srgbClr val="173343"/>
                </a:solidFill>
                <a:latin typeface="Apple SD Gothic Neo"/>
                <a:ea typeface="Apple SD Gothic Neo"/>
                <a:cs typeface="Apple SD Gothic Neo"/>
              </a:defRPr>
            </a:lvl5pPr>
            <a:lvl6pPr>
              <a:defRPr sz="2025" b="0">
                <a:solidFill>
                  <a:srgbClr val="173343"/>
                </a:solidFill>
                <a:latin typeface="Apple SD Gothic Neo"/>
                <a:ea typeface="Apple SD Gothic Neo"/>
                <a:cs typeface="Apple SD Gothic Neo"/>
              </a:defRPr>
            </a:lvl6pPr>
            <a:lvl7pPr>
              <a:defRPr sz="2025" b="0">
                <a:solidFill>
                  <a:srgbClr val="173343"/>
                </a:solidFill>
                <a:latin typeface="Apple SD Gothic Neo"/>
                <a:ea typeface="Apple SD Gothic Neo"/>
                <a:cs typeface="Apple SD Gothic Neo"/>
              </a:defRPr>
            </a:lvl7pPr>
            <a:lvl8pPr>
              <a:defRPr sz="2025" b="0">
                <a:solidFill>
                  <a:srgbClr val="173343"/>
                </a:solidFill>
                <a:latin typeface="Apple SD Gothic Neo"/>
                <a:ea typeface="Apple SD Gothic Neo"/>
                <a:cs typeface="Apple SD Gothic Neo"/>
              </a:defRPr>
            </a:lvl8pPr>
            <a:lvl9pPr>
              <a:defRPr sz="2025" b="0">
                <a:solidFill>
                  <a:srgbClr val="173343"/>
                </a:solidFill>
                <a:latin typeface="Apple SD Gothic Neo"/>
                <a:ea typeface="Apple SD Gothic Neo"/>
                <a:cs typeface="Apple SD Gothic Neo"/>
              </a:defRPr>
            </a:lvl9pPr>
          </a:lstStyle>
          <a:p xmlns:a="http://schemas.openxmlformats.org/drawingml/2006/main">
            <a:pPr>
              <a:defRPr sz="2025" b="0">
                <a:solidFill>
                  <a:srgbClr val="173343"/>
                </a:solidFill>
                <a:latin typeface="Apple SD Gothic Neo"/>
                <a:ea typeface="Apple SD Gothic Neo"/>
                <a:cs typeface="Apple SD Gothic Neo"/>
              </a:defRPr>
            </a:pPr>
            <a:r>
              <a:rPr sz="2025" b="0">
                <a:solidFill>
                  <a:srgbClr val="173343"/>
                </a:solidFill>
                <a:latin typeface="Apple SD Gothic Neo"/>
                <a:ea typeface="Apple SD Gothic Neo"/>
                <a:cs typeface="Apple SD Gothic Neo"/>
              </a:rPr>
              <a:t>FastAPI·Vue·MCP·LangGraph·DI·LangSmith</a:t>
            </a:r>
          </a:p>
        </p:txBody>
      </p:sp>
      <p:sp>
        <p:nvSpPr>
          <p:cNvPr id="12" name="">
            <a:extLst xmlns:a="http://schemas.openxmlformats.org/drawingml/2006/main">
              <a:ext uri="{FF2B5EF4-FFF2-40B4-BE49-F238E27FC236}">
                <a16:creationId xmlns:a16="http://schemas.microsoft.com/office/drawing/2014/main" id="{132AC8C1-C111-4FDB-99D0-FF2722BB0659}"/>
              </a:ext>
            </a:extLst>
          </p:cNvPr>
          <p:cNvSpPr>
            <a:spLocks xmlns:a="http://schemas.openxmlformats.org/drawingml/2006/main" noGrp="1"/>
          </p:cNvSpPr>
          <p:nvPr/>
        </p:nvSpPr>
        <p:spPr>
          <a:xfrm xmlns:a="http://schemas.openxmlformats.org/drawingml/2006/main">
            <a:off x="609600" y="4953000"/>
            <a:ext cx="2571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087D69"/>
                </a:solidFill>
                <a:latin typeface="Apple SD Gothic Neo"/>
                <a:ea typeface="Apple SD Gothic Neo"/>
                <a:cs typeface="Apple SD Gothic Neo"/>
              </a:defRPr>
            </a:defPPr>
            <a:lvl1pPr>
              <a:defRPr sz="1950" b="1">
                <a:solidFill>
                  <a:srgbClr val="087D69"/>
                </a:solidFill>
                <a:latin typeface="Apple SD Gothic Neo"/>
                <a:ea typeface="Apple SD Gothic Neo"/>
                <a:cs typeface="Apple SD Gothic Neo"/>
              </a:defRPr>
            </a:lvl1pPr>
            <a:lvl2pPr>
              <a:defRPr sz="1950" b="1">
                <a:solidFill>
                  <a:srgbClr val="087D69"/>
                </a:solidFill>
                <a:latin typeface="Apple SD Gothic Neo"/>
                <a:ea typeface="Apple SD Gothic Neo"/>
                <a:cs typeface="Apple SD Gothic Neo"/>
              </a:defRPr>
            </a:lvl2pPr>
            <a:lvl3pPr>
              <a:defRPr sz="1950" b="1">
                <a:solidFill>
                  <a:srgbClr val="087D69"/>
                </a:solidFill>
                <a:latin typeface="Apple SD Gothic Neo"/>
                <a:ea typeface="Apple SD Gothic Neo"/>
                <a:cs typeface="Apple SD Gothic Neo"/>
              </a:defRPr>
            </a:lvl3pPr>
            <a:lvl4pPr>
              <a:defRPr sz="1950" b="1">
                <a:solidFill>
                  <a:srgbClr val="087D69"/>
                </a:solidFill>
                <a:latin typeface="Apple SD Gothic Neo"/>
                <a:ea typeface="Apple SD Gothic Neo"/>
                <a:cs typeface="Apple SD Gothic Neo"/>
              </a:defRPr>
            </a:lvl4pPr>
            <a:lvl5pPr>
              <a:defRPr sz="1950" b="1">
                <a:solidFill>
                  <a:srgbClr val="087D69"/>
                </a:solidFill>
                <a:latin typeface="Apple SD Gothic Neo"/>
                <a:ea typeface="Apple SD Gothic Neo"/>
                <a:cs typeface="Apple SD Gothic Neo"/>
              </a:defRPr>
            </a:lvl5pPr>
            <a:lvl6pPr>
              <a:defRPr sz="1950" b="1">
                <a:solidFill>
                  <a:srgbClr val="087D69"/>
                </a:solidFill>
                <a:latin typeface="Apple SD Gothic Neo"/>
                <a:ea typeface="Apple SD Gothic Neo"/>
                <a:cs typeface="Apple SD Gothic Neo"/>
              </a:defRPr>
            </a:lvl6pPr>
            <a:lvl7pPr>
              <a:defRPr sz="1950" b="1">
                <a:solidFill>
                  <a:srgbClr val="087D69"/>
                </a:solidFill>
                <a:latin typeface="Apple SD Gothic Neo"/>
                <a:ea typeface="Apple SD Gothic Neo"/>
                <a:cs typeface="Apple SD Gothic Neo"/>
              </a:defRPr>
            </a:lvl7pPr>
            <a:lvl8pPr>
              <a:defRPr sz="1950" b="1">
                <a:solidFill>
                  <a:srgbClr val="087D69"/>
                </a:solidFill>
                <a:latin typeface="Apple SD Gothic Neo"/>
                <a:ea typeface="Apple SD Gothic Neo"/>
                <a:cs typeface="Apple SD Gothic Neo"/>
              </a:defRPr>
            </a:lvl8pPr>
            <a:lvl9pPr>
              <a:defRPr sz="1950" b="1">
                <a:solidFill>
                  <a:srgbClr val="087D69"/>
                </a:solidFill>
                <a:latin typeface="Apple SD Gothic Neo"/>
                <a:ea typeface="Apple SD Gothic Neo"/>
                <a:cs typeface="Apple SD Gothic Neo"/>
              </a:defRPr>
            </a:lvl9pPr>
          </a:lstStyle>
          <a:p xmlns:a="http://schemas.openxmlformats.org/drawingml/2006/main">
            <a:pPr>
              <a:defRPr sz="1950" b="1">
                <a:solidFill>
                  <a:srgbClr val="087D69"/>
                </a:solidFill>
                <a:latin typeface="Apple SD Gothic Neo"/>
                <a:ea typeface="Apple SD Gothic Neo"/>
                <a:cs typeface="Apple SD Gothic Neo"/>
              </a:defRPr>
            </a:pPr>
            <a:r>
              <a:rPr sz="1950" b="1">
                <a:solidFill>
                  <a:srgbClr val="087D69"/>
                </a:solidFill>
                <a:latin typeface="Apple SD Gothic Neo"/>
                <a:ea typeface="Apple SD Gothic Neo"/>
                <a:cs typeface="Apple SD Gothic Neo"/>
              </a:rPr>
              <a:t>구현하지 않은 것</a:t>
            </a:r>
          </a:p>
        </p:txBody>
      </p:sp>
      <p:sp>
        <p:nvSpPr>
          <p:cNvPr id="13" name="">
            <a:extLst xmlns:a="http://schemas.openxmlformats.org/drawingml/2006/main">
              <a:ext uri="{FF2B5EF4-FFF2-40B4-BE49-F238E27FC236}">
                <a16:creationId xmlns:a16="http://schemas.microsoft.com/office/drawing/2014/main" id="{83C79112-A9DD-4AD2-978A-4EC87754E948}"/>
              </a:ext>
            </a:extLst>
          </p:cNvPr>
          <p:cNvSpPr>
            <a:spLocks xmlns:a="http://schemas.openxmlformats.org/drawingml/2006/main" noGrp="1"/>
          </p:cNvSpPr>
          <p:nvPr/>
        </p:nvSpPr>
        <p:spPr>
          <a:xfrm xmlns:a="http://schemas.openxmlformats.org/drawingml/2006/main">
            <a:off x="3476625" y="4953000"/>
            <a:ext cx="80962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73343"/>
                </a:solidFill>
                <a:latin typeface="Apple SD Gothic Neo"/>
                <a:ea typeface="Apple SD Gothic Neo"/>
                <a:cs typeface="Apple SD Gothic Neo"/>
              </a:defRPr>
            </a:defPPr>
            <a:lvl1pPr>
              <a:defRPr sz="2025" b="0">
                <a:solidFill>
                  <a:srgbClr val="173343"/>
                </a:solidFill>
                <a:latin typeface="Apple SD Gothic Neo"/>
                <a:ea typeface="Apple SD Gothic Neo"/>
                <a:cs typeface="Apple SD Gothic Neo"/>
              </a:defRPr>
            </a:lvl1pPr>
            <a:lvl2pPr>
              <a:defRPr sz="2025" b="0">
                <a:solidFill>
                  <a:srgbClr val="173343"/>
                </a:solidFill>
                <a:latin typeface="Apple SD Gothic Neo"/>
                <a:ea typeface="Apple SD Gothic Neo"/>
                <a:cs typeface="Apple SD Gothic Neo"/>
              </a:defRPr>
            </a:lvl2pPr>
            <a:lvl3pPr>
              <a:defRPr sz="2025" b="0">
                <a:solidFill>
                  <a:srgbClr val="173343"/>
                </a:solidFill>
                <a:latin typeface="Apple SD Gothic Neo"/>
                <a:ea typeface="Apple SD Gothic Neo"/>
                <a:cs typeface="Apple SD Gothic Neo"/>
              </a:defRPr>
            </a:lvl3pPr>
            <a:lvl4pPr>
              <a:defRPr sz="2025" b="0">
                <a:solidFill>
                  <a:srgbClr val="173343"/>
                </a:solidFill>
                <a:latin typeface="Apple SD Gothic Neo"/>
                <a:ea typeface="Apple SD Gothic Neo"/>
                <a:cs typeface="Apple SD Gothic Neo"/>
              </a:defRPr>
            </a:lvl4pPr>
            <a:lvl5pPr>
              <a:defRPr sz="2025" b="0">
                <a:solidFill>
                  <a:srgbClr val="173343"/>
                </a:solidFill>
                <a:latin typeface="Apple SD Gothic Neo"/>
                <a:ea typeface="Apple SD Gothic Neo"/>
                <a:cs typeface="Apple SD Gothic Neo"/>
              </a:defRPr>
            </a:lvl5pPr>
            <a:lvl6pPr>
              <a:defRPr sz="2025" b="0">
                <a:solidFill>
                  <a:srgbClr val="173343"/>
                </a:solidFill>
                <a:latin typeface="Apple SD Gothic Neo"/>
                <a:ea typeface="Apple SD Gothic Neo"/>
                <a:cs typeface="Apple SD Gothic Neo"/>
              </a:defRPr>
            </a:lvl6pPr>
            <a:lvl7pPr>
              <a:defRPr sz="2025" b="0">
                <a:solidFill>
                  <a:srgbClr val="173343"/>
                </a:solidFill>
                <a:latin typeface="Apple SD Gothic Neo"/>
                <a:ea typeface="Apple SD Gothic Neo"/>
                <a:cs typeface="Apple SD Gothic Neo"/>
              </a:defRPr>
            </a:lvl7pPr>
            <a:lvl8pPr>
              <a:defRPr sz="2025" b="0">
                <a:solidFill>
                  <a:srgbClr val="173343"/>
                </a:solidFill>
                <a:latin typeface="Apple SD Gothic Neo"/>
                <a:ea typeface="Apple SD Gothic Neo"/>
                <a:cs typeface="Apple SD Gothic Neo"/>
              </a:defRPr>
            </a:lvl8pPr>
            <a:lvl9pPr>
              <a:defRPr sz="2025" b="0">
                <a:solidFill>
                  <a:srgbClr val="173343"/>
                </a:solidFill>
                <a:latin typeface="Apple SD Gothic Neo"/>
                <a:ea typeface="Apple SD Gothic Neo"/>
                <a:cs typeface="Apple SD Gothic Neo"/>
              </a:defRPr>
            </a:lvl9pPr>
          </a:lstStyle>
          <a:p xmlns:a="http://schemas.openxmlformats.org/drawingml/2006/main">
            <a:pPr>
              <a:defRPr sz="2025" b="0">
                <a:solidFill>
                  <a:srgbClr val="173343"/>
                </a:solidFill>
                <a:latin typeface="Apple SD Gothic Neo"/>
                <a:ea typeface="Apple SD Gothic Neo"/>
                <a:cs typeface="Apple SD Gothic Neo"/>
              </a:defRPr>
            </a:pPr>
            <a:r>
              <a:rPr sz="2025" b="0">
                <a:solidFill>
                  <a:srgbClr val="173343"/>
                </a:solidFill>
                <a:latin typeface="Apple SD Gothic Neo"/>
                <a:ea typeface="Apple SD Gothic Neo"/>
                <a:cs typeface="Apple SD Gothic Neo"/>
              </a:rPr>
              <a:t>HITL 승인 노드 · 실제 운영 로그 · OpenAI 추가 검증</a:t>
            </a:r>
          </a:p>
        </p:txBody>
      </p:sp>
      <p:sp>
        <p:nvSpPr>
          <p:cNvPr id="14" name="">
            <a:extLst xmlns:a="http://schemas.openxmlformats.org/drawingml/2006/main">
              <a:ext uri="{FF2B5EF4-FFF2-40B4-BE49-F238E27FC236}">
                <a16:creationId xmlns:a16="http://schemas.microsoft.com/office/drawing/2014/main" id="{C1BE2997-8800-4C02-A90D-BED3E380FE43}"/>
              </a:ext>
            </a:extLst>
          </p:cNvPr>
          <p:cNvSpPr>
            <a:spLocks xmlns:a="http://schemas.openxmlformats.org/drawingml/2006/main" noGrp="1"/>
          </p:cNvSpPr>
          <p:nvPr/>
        </p:nvSpPr>
        <p:spPr>
          <a:xfrm xmlns:a="http://schemas.openxmlformats.org/drawingml/2006/main">
            <a:off x="609600" y="5772150"/>
            <a:ext cx="10953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526A77"/>
                </a:solidFill>
                <a:latin typeface="Apple SD Gothic Neo"/>
                <a:ea typeface="Apple SD Gothic Neo"/>
                <a:cs typeface="Apple SD Gothic Neo"/>
              </a:defRPr>
            </a:defPPr>
            <a:lvl1pPr>
              <a:defRPr sz="1500" b="0">
                <a:solidFill>
                  <a:srgbClr val="526A77"/>
                </a:solidFill>
                <a:latin typeface="Apple SD Gothic Neo"/>
                <a:ea typeface="Apple SD Gothic Neo"/>
                <a:cs typeface="Apple SD Gothic Neo"/>
              </a:defRPr>
            </a:lvl1pPr>
            <a:lvl2pPr>
              <a:defRPr sz="1500" b="0">
                <a:solidFill>
                  <a:srgbClr val="526A77"/>
                </a:solidFill>
                <a:latin typeface="Apple SD Gothic Neo"/>
                <a:ea typeface="Apple SD Gothic Neo"/>
                <a:cs typeface="Apple SD Gothic Neo"/>
              </a:defRPr>
            </a:lvl2pPr>
            <a:lvl3pPr>
              <a:defRPr sz="1500" b="0">
                <a:solidFill>
                  <a:srgbClr val="526A77"/>
                </a:solidFill>
                <a:latin typeface="Apple SD Gothic Neo"/>
                <a:ea typeface="Apple SD Gothic Neo"/>
                <a:cs typeface="Apple SD Gothic Neo"/>
              </a:defRPr>
            </a:lvl3pPr>
            <a:lvl4pPr>
              <a:defRPr sz="1500" b="0">
                <a:solidFill>
                  <a:srgbClr val="526A77"/>
                </a:solidFill>
                <a:latin typeface="Apple SD Gothic Neo"/>
                <a:ea typeface="Apple SD Gothic Neo"/>
                <a:cs typeface="Apple SD Gothic Neo"/>
              </a:defRPr>
            </a:lvl4pPr>
            <a:lvl5pPr>
              <a:defRPr sz="1500" b="0">
                <a:solidFill>
                  <a:srgbClr val="526A77"/>
                </a:solidFill>
                <a:latin typeface="Apple SD Gothic Neo"/>
                <a:ea typeface="Apple SD Gothic Neo"/>
                <a:cs typeface="Apple SD Gothic Neo"/>
              </a:defRPr>
            </a:lvl5pPr>
            <a:lvl6pPr>
              <a:defRPr sz="1500" b="0">
                <a:solidFill>
                  <a:srgbClr val="526A77"/>
                </a:solidFill>
                <a:latin typeface="Apple SD Gothic Neo"/>
                <a:ea typeface="Apple SD Gothic Neo"/>
                <a:cs typeface="Apple SD Gothic Neo"/>
              </a:defRPr>
            </a:lvl6pPr>
            <a:lvl7pPr>
              <a:defRPr sz="1500" b="0">
                <a:solidFill>
                  <a:srgbClr val="526A77"/>
                </a:solidFill>
                <a:latin typeface="Apple SD Gothic Neo"/>
                <a:ea typeface="Apple SD Gothic Neo"/>
                <a:cs typeface="Apple SD Gothic Neo"/>
              </a:defRPr>
            </a:lvl7pPr>
            <a:lvl8pPr>
              <a:defRPr sz="1500" b="0">
                <a:solidFill>
                  <a:srgbClr val="526A77"/>
                </a:solidFill>
                <a:latin typeface="Apple SD Gothic Neo"/>
                <a:ea typeface="Apple SD Gothic Neo"/>
                <a:cs typeface="Apple SD Gothic Neo"/>
              </a:defRPr>
            </a:lvl8pPr>
            <a:lvl9pPr>
              <a:defRPr sz="1500" b="0">
                <a:solidFill>
                  <a:srgbClr val="526A77"/>
                </a:solidFill>
                <a:latin typeface="Apple SD Gothic Neo"/>
                <a:ea typeface="Apple SD Gothic Neo"/>
                <a:cs typeface="Apple SD Gothic Neo"/>
              </a:defRPr>
            </a:lvl9pPr>
          </a:lstStyle>
          <a:p xmlns:a="http://schemas.openxmlformats.org/drawingml/2006/main">
            <a:pPr>
              <a:defRPr sz="1500" b="0">
                <a:solidFill>
                  <a:srgbClr val="526A77"/>
                </a:solidFill>
                <a:latin typeface="Apple SD Gothic Neo"/>
                <a:ea typeface="Apple SD Gothic Neo"/>
                <a:cs typeface="Apple SD Gothic Neo"/>
              </a:defRPr>
            </a:pPr>
            <a:r>
              <a:rPr sz="1500" b="0">
                <a:solidFill>
                  <a:srgbClr val="526A77"/>
                </a:solidFill>
                <a:latin typeface="Apple SD Gothic Neo"/>
                <a:ea typeface="Apple SD Gothic Neo"/>
                <a:cs typeface="Apple SD Gothic Neo"/>
              </a:rPr>
              <a:t>전체 기능 조합: v2 / strict / rag / multi / summary, fast·quality 모두 Qwen 8B로 검증.</a:t>
            </a:r>
          </a:p>
        </p:txBody>
      </p:sp>
    </p:spTree>
    <p:extLst>
      <p:ext uri="{BB962C8B-B14F-4D97-AF65-F5344CB8AC3E}">
        <p14:creationId xmlns:p14="http://schemas.microsoft.com/office/powerpoint/2010/main" val="178373472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ple SD Gothic Neo"/>
        <a:ea typeface=""/>
        <a:cs typeface=""/>
      </a:majorFont>
      <a:minorFont>
        <a:latin typeface="Apple SD Gothic Neo"/>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2026-10-21T00:44:11.1800000Z</dcterms:created>
  <dcterms:modified xsi:type="dcterms:W3CDTF">2026-10-21T00:44:11.1800000Z</dcterms:modified>
</coreProperties>
</file>